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2" r:id="rId1"/>
  </p:sldMasterIdLst>
  <p:notesMasterIdLst>
    <p:notesMasterId r:id="rId16"/>
  </p:notesMasterIdLst>
  <p:handoutMasterIdLst>
    <p:handoutMasterId r:id="rId17"/>
  </p:handout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RTech: Intelligent HR Analytics &amp; Automation Platform" id="{316ECFDE-D569-49F9-A9F3-138640FDE988}">
          <p14:sldIdLst>
            <p14:sldId id="2561"/>
          </p14:sldIdLst>
        </p14:section>
        <p14:section name="Introduction" id="{0AA0E9AB-7BF6-4B88-A1BD-E4AF30C01134}">
          <p14:sldIdLst>
            <p14:sldId id="2562"/>
            <p14:sldId id="2563"/>
          </p14:sldIdLst>
        </p14:section>
        <p14:section name="Project Overview" id="{F95582D4-871F-46D0-B80E-D396874F77DE}">
          <p14:sldIdLst>
            <p14:sldId id="2564"/>
            <p14:sldId id="2565"/>
          </p14:sldIdLst>
        </p14:section>
        <p14:section name="Key Features" id="{C07BB7CA-1B0E-4F37-B311-DBE2354EEC66}">
          <p14:sldIdLst>
            <p14:sldId id="2566"/>
            <p14:sldId id="2567"/>
          </p14:sldIdLst>
        </p14:section>
        <p14:section name="Architecture &amp; Tech Stack" id="{759DC776-AEF3-4F2E-907F-E7949F6523BF}">
          <p14:sldIdLst>
            <p14:sldId id="2568"/>
            <p14:sldId id="2569"/>
          </p14:sldIdLst>
        </p14:section>
        <p14:section name="Data Flow &amp; Modules" id="{420CAC86-7623-4BD2-9532-BCA47A80094D}">
          <p14:sldIdLst>
            <p14:sldId id="2570"/>
            <p14:sldId id="2571"/>
          </p14:sldIdLst>
        </p14:section>
        <p14:section name="User Interface (Demo)" id="{C432494F-BA6F-497E-8ADD-C292E35363CC}">
          <p14:sldIdLst>
            <p14:sldId id="2572"/>
            <p14:sldId id="2573"/>
          </p14:sldIdLst>
        </p14:section>
        <p14:section name="Q&amp;A" id="{997FC337-A1E1-4555-B52A-A4426697CB00}">
          <p14:sldIdLst>
            <p14:sldId id="257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A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7BB4A0-CD64-4A9B-AC7C-07A5446D5D08}" v="8" dt="2025-12-20T12:07:19.2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86" autoAdjust="0"/>
    <p:restoredTop sz="94557"/>
  </p:normalViewPr>
  <p:slideViewPr>
    <p:cSldViewPr snapToGrid="0">
      <p:cViewPr varScale="1">
        <p:scale>
          <a:sx n="59" d="100"/>
          <a:sy n="59" d="100"/>
        </p:scale>
        <p:origin x="816" y="5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anivel Kuppan" userId="88644018-a375-4fc4-b09a-6682fb3aad54" providerId="ADAL" clId="{66A16D1D-3301-4EC3-885F-52783A34F120}"/>
    <pc:docChg chg="mod delSld modSld modSection">
      <pc:chgData name="Palanivel Kuppan" userId="88644018-a375-4fc4-b09a-6682fb3aad54" providerId="ADAL" clId="{66A16D1D-3301-4EC3-885F-52783A34F120}" dt="2025-12-20T12:07:19.201" v="10" actId="20577"/>
      <pc:docMkLst>
        <pc:docMk/>
      </pc:docMkLst>
      <pc:sldChg chg="modSp">
        <pc:chgData name="Palanivel Kuppan" userId="88644018-a375-4fc4-b09a-6682fb3aad54" providerId="ADAL" clId="{66A16D1D-3301-4EC3-885F-52783A34F120}" dt="2025-12-20T12:07:19.201" v="10" actId="20577"/>
        <pc:sldMkLst>
          <pc:docMk/>
          <pc:sldMk cId="2160264228" sldId="2572"/>
        </pc:sldMkLst>
        <pc:spChg chg="mod">
          <ac:chgData name="Palanivel Kuppan" userId="88644018-a375-4fc4-b09a-6682fb3aad54" providerId="ADAL" clId="{66A16D1D-3301-4EC3-885F-52783A34F120}" dt="2025-12-20T12:07:19.201" v="10" actId="20577"/>
          <ac:spMkLst>
            <pc:docMk/>
            <pc:sldMk cId="2160264228" sldId="2572"/>
            <ac:spMk id="2" creationId="{31E4B77E-E3FB-95C0-3A7A-AA239272B2E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12/20/2025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2585930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HRTech: Intelligent HR Analytics &amp; Automation Platform</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3354523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HRTech is an advanced platform designed to revolutionize human resource management through intelligent analytics and automation. It leverages cutting-edge machine learning and natural language processing techniques to streamline HR processes, improve decision-making, and enhance workforce efficiency. The platform integrates predictive analytics, sentiment analysis, and automation tools to provide actionable insights for HR professionals. By combining data-driven strategies with user-friendly interfaces, HRTech aims to reduce manual effort, minimize errors, and enable proactive talent management. Its modular architecture ensures scalability and flexibility, making it suitable for organizations of all sizes. The ultimate goal is to empower HR teams with tools that not only analyze historical data but also forecast future trends, thereby supporting strategic planning and operational excellence.</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1119929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Brief Description and Purpose</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3785762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HRTech project is an AI-powered solution designed to optimize HR analytics and automate repetitive tasks. Its primary purpose is to streamline HR operations by providing predictive insights and intelligent automation capabilities. Traditional HR processes often involve manual data handling, which can lead to inefficiencies and delays. HRTech addresses these challenges by integrating machine learning models for attrition prediction, performance analysis, and anomaly detection. Additionally, it incorporates NLP-based modules for sentiment analysis and interview summarization, enabling HR teams to understand employee engagement and recruitment effectiveness. The platform also supports resume-to-job description matching, ensuring better candidate selection. By centralizing these functionalities within an intuitive dashboard, HRTech enhances decision-making, reduces operational costs, and fosters a data-driven HR culture.</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708276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Functionalities</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3211537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HRTech offers a comprehensive suite of features tailored to modern HR needs. These include employee attrition prediction, which uses historical data and machine learning algorithms to forecast turnover risks. Performance regression analysis helps identify factors influencing employee productivity and suggests improvement strategies. Sentiment analysis leverages NLP techniques to gauge employee morale from feedback and communication data. Resume–JD matching ensures accurate candidate-job alignment using semantic similarity models. Interview summarization automates the extraction of key points from transcripts, saving recruiters valuable time. Fraud detection employs convolutional neural networks (CNN) to identify anomalies in HR transactions. Additionally, the platform provides exploratory data analysis (EDA) and visualization tools for deeper insights, time series forecasting for trend prediction, and an LLM-powered chatbot for interactive HR support. Together, these features create a robust ecosystem for intelligent HR management.</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1522083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Design and Technologies</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1335979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architecture of HRTech is designed for modularity and scalability. At its core, the platform is built using Python, which serves as the primary programming language for data processing and model development. Streamlit is employed to create an interactive and user-friendly dashboard for visualization and user interaction. Data manipulation and analysis are handled by Pandas, while Scikit-learn provides a robust framework for implementing machine learning algorithms. Advanced NLP capabilities are powered by Transformer-based models, enabling tasks such as sentiment analysis and resume matching. Deep learning frameworks support CNN-based fraud detection and other complex models. The codebase follows a structured approach with a dedicated 'src/' directory for source code, along with separate folders for data, models, and logs. This organization ensures maintainability and facilitates collaborative development. The architecture also supports integration with external databases and APIs, making it adaptable to diverse HR environments.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1101020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Workflow and Components</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118873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data flow within HRTech begins with ingestion, where data is sourced from CSV files or connected databases. This raw data undergoes preprocessing and cleaning to ensure quality and consistency, including handling missing values, normalization, and feature engineering. Once prepared, the data is fed into various machine learning and NLP modules tailored for specific tasks such as attrition prediction, sentiment analysis, and resume matching. Each module operates independently but contributes to the overall analytics pipeline. The processed outputs are then integrated into the Streamlit dashboard, which serves as the primary user interface. This dashboard allows HR professionals to upload data, view analysis results, and interact with predictive models in real time. The modular design ensures that new functionalities can be added without disrupting existing workflows, making HRTech a flexible and future-ready platform.</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923155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Dashboard Features and Layout</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34271258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HRTech user interface is built using Streamlit, offering a clean and intuitive experience for HR professionals. The dashboard features a sidebar for navigation, enabling users to switch between modules such as attrition prediction, sentiment analysis, and resume matching. Data upload functionality allows users to import CSV files or connect to databases seamlessly. Once data is processed, results are displayed in an organized manner with interactive charts, tables, and visualizations. Key UI elements include dynamic filters, real-time model outputs, and downloadable reports. The design prioritizes usability, ensuring that even non-technical users can leverage advanced analytics without difficulty. Screenshots of the dashboard typically showcase the sidebar navigation, data upload section, and result panels, highlighting the platform's emphasis on simplicity and efficiency.</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20582649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Closing and Discussion</a:t>
            </a:r>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8508304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6.sv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28.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pic>
        <p:nvPicPr>
          <p:cNvPr id="14" name="Picture 13" descr="A close up of a blue and pink background&#10;&#10;AI-generated content may be incorrect.">
            <a:extLst>
              <a:ext uri="{FF2B5EF4-FFF2-40B4-BE49-F238E27FC236}">
                <a16:creationId xmlns:a16="http://schemas.microsoft.com/office/drawing/2014/main" id="{FA0DAAF8-1473-19E2-7A19-C912696FE17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59ED5AFE-4996-3F24-6A40-DB7BC8D42158}"/>
              </a:ext>
            </a:extLst>
          </p:cNvPr>
          <p:cNvSpPr>
            <a:spLocks noGrp="1"/>
          </p:cNvSpPr>
          <p:nvPr>
            <p:ph type="ctrTitle"/>
          </p:nvPr>
        </p:nvSpPr>
        <p:spPr>
          <a:xfrm>
            <a:off x="589041" y="2438400"/>
            <a:ext cx="10993359" cy="2684329"/>
          </a:xfrm>
        </p:spPr>
        <p:txBody>
          <a:bodyPr vert="horz" lIns="91440" tIns="45720" rIns="91440" bIns="45720" rtlCol="0" anchor="b">
            <a:normAutofit/>
          </a:bodyPr>
          <a:lstStyle>
            <a:lvl1pPr>
              <a:defRPr lang="en-US" sz="6600" dirty="0">
                <a:solidFill>
                  <a:schemeClr val="tx1"/>
                </a:solidFill>
              </a:defRPr>
            </a:lvl1pPr>
          </a:lstStyle>
          <a:p>
            <a:pPr lvl="0"/>
            <a:r>
              <a:rPr lang="en-US" dirty="0"/>
              <a:t>Click to edit Master title style</a:t>
            </a:r>
          </a:p>
        </p:txBody>
      </p:sp>
      <p:sp>
        <p:nvSpPr>
          <p:cNvPr id="9" name="Subtitle 2">
            <a:extLst>
              <a:ext uri="{FF2B5EF4-FFF2-40B4-BE49-F238E27FC236}">
                <a16:creationId xmlns:a16="http://schemas.microsoft.com/office/drawing/2014/main" id="{6F756E8C-2C5E-B25F-5DAD-4E06067BC734}"/>
              </a:ext>
            </a:extLst>
          </p:cNvPr>
          <p:cNvSpPr>
            <a:spLocks noGrp="1"/>
          </p:cNvSpPr>
          <p:nvPr>
            <p:ph type="subTitle" idx="1"/>
          </p:nvPr>
        </p:nvSpPr>
        <p:spPr>
          <a:xfrm>
            <a:off x="589041" y="5257800"/>
            <a:ext cx="9164559" cy="914400"/>
          </a:xfrm>
        </p:spPr>
        <p:txBody>
          <a:bodyPr vert="horz" lIns="91440" tIns="45720" rIns="91440" bIns="45720" rtlCol="0">
            <a:normAutofit/>
          </a:bodyPr>
          <a:lstStyle>
            <a:lvl1pPr marL="0" indent="0">
              <a:buNone/>
              <a:defRPr lang="en-US" sz="2200" dirty="0">
                <a:solidFill>
                  <a:schemeClr val="tx1"/>
                </a:solidFill>
              </a:defRPr>
            </a:lvl1pPr>
          </a:lstStyle>
          <a:p>
            <a:pPr lvl="0"/>
            <a:r>
              <a:rPr lang="en-US" dirty="0"/>
              <a:t>Click to edit Master subtitle style</a:t>
            </a:r>
          </a:p>
        </p:txBody>
      </p:sp>
      <p:pic>
        <p:nvPicPr>
          <p:cNvPr id="2" name="Graphic 1">
            <a:extLst>
              <a:ext uri="{FF2B5EF4-FFF2-40B4-BE49-F238E27FC236}">
                <a16:creationId xmlns:a16="http://schemas.microsoft.com/office/drawing/2014/main" id="{FB03B42F-CFBB-090D-EC8E-0FC7E903EEE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11" name="Footer Placeholder 10">
            <a:extLst>
              <a:ext uri="{FF2B5EF4-FFF2-40B4-BE49-F238E27FC236}">
                <a16:creationId xmlns:a16="http://schemas.microsoft.com/office/drawing/2014/main" id="{DD36ECCE-2AA5-C398-CA75-78EBCBDCF261}"/>
              </a:ext>
            </a:extLst>
          </p:cNvPr>
          <p:cNvSpPr>
            <a:spLocks noGrp="1"/>
          </p:cNvSpPr>
          <p:nvPr>
            <p:ph type="ftr" sz="quarter" idx="11"/>
          </p:nvPr>
        </p:nvSpPr>
        <p:spPr>
          <a:xfrm>
            <a:off x="6280176" y="152400"/>
            <a:ext cx="3200400" cy="365125"/>
          </a:xfrm>
        </p:spPr>
        <p:txBody>
          <a:bodyPr/>
          <a:lstStyle/>
          <a:p>
            <a:r>
              <a:rPr lang="en-US"/>
              <a:t>Sample Footer Text</a:t>
            </a:r>
          </a:p>
        </p:txBody>
      </p:sp>
      <p:sp>
        <p:nvSpPr>
          <p:cNvPr id="6" name="Date Placeholder 5">
            <a:extLst>
              <a:ext uri="{FF2B5EF4-FFF2-40B4-BE49-F238E27FC236}">
                <a16:creationId xmlns:a16="http://schemas.microsoft.com/office/drawing/2014/main" id="{FA4C2171-40CE-DE50-6D13-60F77A548C03}"/>
              </a:ext>
            </a:extLst>
          </p:cNvPr>
          <p:cNvSpPr>
            <a:spLocks noGrp="1"/>
          </p:cNvSpPr>
          <p:nvPr>
            <p:ph type="dt" sz="half" idx="10"/>
          </p:nvPr>
        </p:nvSpPr>
        <p:spPr>
          <a:xfrm>
            <a:off x="9531099" y="152400"/>
            <a:ext cx="1800171" cy="365125"/>
          </a:xfrm>
        </p:spPr>
        <p:txBody>
          <a:bodyPr/>
          <a:lstStyle/>
          <a:p>
            <a:fld id="{F7F4CBCF-2EA5-5248-B352-49E9FE7B89CF}" type="datetime1">
              <a:rPr lang="en-US" smtClean="0"/>
              <a:t>12/20/2025</a:t>
            </a:fld>
            <a:endParaRPr lang="en-US"/>
          </a:p>
        </p:txBody>
      </p:sp>
      <p:sp>
        <p:nvSpPr>
          <p:cNvPr id="12" name="Slide Number Placeholder 11">
            <a:extLst>
              <a:ext uri="{FF2B5EF4-FFF2-40B4-BE49-F238E27FC236}">
                <a16:creationId xmlns:a16="http://schemas.microsoft.com/office/drawing/2014/main" id="{73F8FB25-49C8-A3FD-F32A-4C95B18F4A71}"/>
              </a:ext>
            </a:extLst>
          </p:cNvPr>
          <p:cNvSpPr>
            <a:spLocks noGrp="1"/>
          </p:cNvSpPr>
          <p:nvPr>
            <p:ph type="sldNum" sz="quarter" idx="12"/>
          </p:nvPr>
        </p:nvSpPr>
        <p:spPr>
          <a:xfrm>
            <a:off x="11381793" y="152400"/>
            <a:ext cx="429207"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357190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bg1"/>
        </a:solidFill>
        <a:effectLst/>
      </p:bgPr>
    </p:bg>
    <p:spTree>
      <p:nvGrpSpPr>
        <p:cNvPr id="1" name=""/>
        <p:cNvGrpSpPr/>
        <p:nvPr/>
      </p:nvGrpSpPr>
      <p:grpSpPr>
        <a:xfrm>
          <a:off x="0" y="0"/>
          <a:ext cx="0" cy="0"/>
          <a:chOff x="0" y="0"/>
          <a:chExt cx="0" cy="0"/>
        </a:xfrm>
      </p:grpSpPr>
      <p:sp>
        <p:nvSpPr>
          <p:cNvPr id="19" name="Title Placeholder 1">
            <a:extLst>
              <a:ext uri="{FF2B5EF4-FFF2-40B4-BE49-F238E27FC236}">
                <a16:creationId xmlns:a16="http://schemas.microsoft.com/office/drawing/2014/main" id="{9E3969EE-7732-41DD-2DC3-A2E1AAB30881}"/>
              </a:ext>
            </a:extLst>
          </p:cNvPr>
          <p:cNvSpPr>
            <a:spLocks noGrp="1"/>
          </p:cNvSpPr>
          <p:nvPr>
            <p:ph type="title"/>
          </p:nvPr>
        </p:nvSpPr>
        <p:spPr>
          <a:xfrm>
            <a:off x="381000" y="691835"/>
            <a:ext cx="11429999" cy="755965"/>
          </a:xfrm>
          <a:prstGeom prst="rect">
            <a:avLst/>
          </a:prstGeom>
        </p:spPr>
        <p:txBody>
          <a:bodyPr vert="horz" lIns="91440" tIns="45720" rIns="91440" bIns="45720" rtlCol="0" anchor="t">
            <a:normAutofit/>
          </a:bodyPr>
          <a:lstStyle/>
          <a:p>
            <a:r>
              <a:rPr lang="en-US"/>
              <a:t>Click to edit Master title style</a:t>
            </a:r>
          </a:p>
        </p:txBody>
      </p:sp>
      <p:sp>
        <p:nvSpPr>
          <p:cNvPr id="18" name="Text Placeholder 2">
            <a:extLst>
              <a:ext uri="{FF2B5EF4-FFF2-40B4-BE49-F238E27FC236}">
                <a16:creationId xmlns:a16="http://schemas.microsoft.com/office/drawing/2014/main" id="{AEDD6D2F-5C2F-17BF-DEBA-0E6F06D22442}"/>
              </a:ext>
            </a:extLst>
          </p:cNvPr>
          <p:cNvSpPr>
            <a:spLocks noGrp="1"/>
          </p:cNvSpPr>
          <p:nvPr>
            <p:ph idx="1"/>
          </p:nvPr>
        </p:nvSpPr>
        <p:spPr>
          <a:xfrm>
            <a:off x="380999" y="1447799"/>
            <a:ext cx="11430000" cy="4718365"/>
          </a:xfrm>
          <a:prstGeom prst="rect">
            <a:avLst/>
          </a:prstGeom>
        </p:spPr>
        <p:txBody>
          <a:bodyPr vert="horz" lIns="91440" tIns="45720" rIns="91440" bIns="45720" rtlCol="0">
            <a:normAutofit/>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07626418-29B4-84BA-F111-4F7708DEFA8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29095984-255C-540F-7973-72A8D1E34440}"/>
              </a:ext>
            </a:extLst>
          </p:cNvPr>
          <p:cNvSpPr>
            <a:spLocks noGrp="1"/>
          </p:cNvSpPr>
          <p:nvPr>
            <p:ph type="dt" sz="half" idx="10"/>
          </p:nvPr>
        </p:nvSpPr>
        <p:spPr/>
        <p:txBody>
          <a:bodyPr/>
          <a:lstStyle/>
          <a:p>
            <a:fld id="{192DDA33-D578-2640-B42E-CEBF81697F81}" type="datetime1">
              <a:rPr lang="en-US" smtClean="0"/>
              <a:t>12/20/2025</a:t>
            </a:fld>
            <a:endParaRPr lang="en-US"/>
          </a:p>
        </p:txBody>
      </p:sp>
      <p:sp>
        <p:nvSpPr>
          <p:cNvPr id="7" name="Slide Number Placeholder 6">
            <a:extLst>
              <a:ext uri="{FF2B5EF4-FFF2-40B4-BE49-F238E27FC236}">
                <a16:creationId xmlns:a16="http://schemas.microsoft.com/office/drawing/2014/main" id="{72FF646D-D3BB-C299-5B27-DE0157DD1EB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9254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bg1"/>
        </a:solidFill>
        <a:effectLst/>
      </p:bgPr>
    </p:bg>
    <p:spTree>
      <p:nvGrpSpPr>
        <p:cNvPr id="1" name=""/>
        <p:cNvGrpSpPr/>
        <p:nvPr/>
      </p:nvGrpSpPr>
      <p:grpSpPr>
        <a:xfrm>
          <a:off x="0" y="0"/>
          <a:ext cx="0" cy="0"/>
          <a:chOff x="0" y="0"/>
          <a:chExt cx="0" cy="0"/>
        </a:xfrm>
      </p:grpSpPr>
      <p:pic>
        <p:nvPicPr>
          <p:cNvPr id="13" name="Picture 12" descr="A blue and pink circle&#10;&#10;AI-generated content may be incorrect.">
            <a:extLst>
              <a:ext uri="{FF2B5EF4-FFF2-40B4-BE49-F238E27FC236}">
                <a16:creationId xmlns:a16="http://schemas.microsoft.com/office/drawing/2014/main" id="{4979ADD3-3B85-6E30-8DB1-0F520079451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034B30DE-00B6-8472-CB6C-5E980F9BDD72}"/>
              </a:ext>
            </a:extLst>
          </p:cNvPr>
          <p:cNvSpPr>
            <a:spLocks noGrp="1"/>
          </p:cNvSpPr>
          <p:nvPr>
            <p:ph type="ctrTitle"/>
          </p:nvPr>
        </p:nvSpPr>
        <p:spPr>
          <a:xfrm>
            <a:off x="381000" y="762000"/>
            <a:ext cx="11430000" cy="3657600"/>
          </a:xfrm>
        </p:spPr>
        <p:txBody>
          <a:bodyPr vert="horz" lIns="91440" tIns="45720" rIns="91440" bIns="45720" rtlCol="0" anchor="t">
            <a:normAutofit/>
          </a:bodyPr>
          <a:lstStyle>
            <a:lvl1pPr>
              <a:defRPr lang="en-US" sz="7800" dirty="0">
                <a:solidFill>
                  <a:schemeClr val="tx1"/>
                </a:solidFill>
              </a:defRPr>
            </a:lvl1pPr>
          </a:lstStyle>
          <a:p>
            <a:pPr lvl="0"/>
            <a:r>
              <a:rPr lang="en-US" dirty="0"/>
              <a:t>Click to edit Master title style</a:t>
            </a:r>
          </a:p>
        </p:txBody>
      </p:sp>
      <p:sp>
        <p:nvSpPr>
          <p:cNvPr id="9" name="Subtitle 2">
            <a:extLst>
              <a:ext uri="{FF2B5EF4-FFF2-40B4-BE49-F238E27FC236}">
                <a16:creationId xmlns:a16="http://schemas.microsoft.com/office/drawing/2014/main" id="{EC4BE864-9BF7-0A02-20CD-11179C631C06}"/>
              </a:ext>
            </a:extLst>
          </p:cNvPr>
          <p:cNvSpPr>
            <a:spLocks noGrp="1"/>
          </p:cNvSpPr>
          <p:nvPr>
            <p:ph type="subTitle" idx="1"/>
          </p:nvPr>
        </p:nvSpPr>
        <p:spPr>
          <a:xfrm>
            <a:off x="380999" y="4693206"/>
            <a:ext cx="11423901" cy="1200698"/>
          </a:xfrm>
        </p:spPr>
        <p:txBody>
          <a:bodyPr vert="horz" lIns="91440" tIns="45720" rIns="91440" bIns="45720" rtlCol="0" anchor="b">
            <a:normAutofit/>
          </a:bodyPr>
          <a:lstStyle>
            <a:lvl1pPr marL="0" indent="0">
              <a:buNone/>
              <a:defRPr lang="en-US" sz="2400" dirty="0">
                <a:solidFill>
                  <a:schemeClr val="tx1"/>
                </a:solidFill>
              </a:defRPr>
            </a:lvl1pPr>
          </a:lstStyle>
          <a:p>
            <a:pPr lvl="0"/>
            <a:r>
              <a:rPr lang="en-US" dirty="0"/>
              <a:t>Click to edit Master subtitle style</a:t>
            </a:r>
          </a:p>
        </p:txBody>
      </p:sp>
      <p:sp>
        <p:nvSpPr>
          <p:cNvPr id="6" name="Footer Placeholder 5">
            <a:extLst>
              <a:ext uri="{FF2B5EF4-FFF2-40B4-BE49-F238E27FC236}">
                <a16:creationId xmlns:a16="http://schemas.microsoft.com/office/drawing/2014/main" id="{A21ECD73-1101-370B-043E-9A05C96B37C1}"/>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Date Placeholder 4">
            <a:extLst>
              <a:ext uri="{FF2B5EF4-FFF2-40B4-BE49-F238E27FC236}">
                <a16:creationId xmlns:a16="http://schemas.microsoft.com/office/drawing/2014/main" id="{C91AED54-AE01-C430-241C-8491E4DE3447}"/>
              </a:ext>
            </a:extLst>
          </p:cNvPr>
          <p:cNvSpPr>
            <a:spLocks noGrp="1"/>
          </p:cNvSpPr>
          <p:nvPr>
            <p:ph type="dt" sz="half" idx="10"/>
          </p:nvPr>
        </p:nvSpPr>
        <p:spPr/>
        <p:txBody>
          <a:bodyPr/>
          <a:lstStyle>
            <a:lvl1pPr>
              <a:defRPr>
                <a:solidFill>
                  <a:schemeClr val="tx1"/>
                </a:solidFill>
              </a:defRPr>
            </a:lvl1pPr>
          </a:lstStyle>
          <a:p>
            <a:fld id="{75D6F905-E9A0-F246-B3D1-2727C4EFD37F}" type="datetime1">
              <a:rPr lang="en-US" smtClean="0"/>
              <a:t>12/20/2025</a:t>
            </a:fld>
            <a:endParaRPr lang="en-US"/>
          </a:p>
        </p:txBody>
      </p:sp>
      <p:sp>
        <p:nvSpPr>
          <p:cNvPr id="10" name="Slide Number Placeholder 9">
            <a:extLst>
              <a:ext uri="{FF2B5EF4-FFF2-40B4-BE49-F238E27FC236}">
                <a16:creationId xmlns:a16="http://schemas.microsoft.com/office/drawing/2014/main" id="{9D2A2F3B-8AF0-A668-5A10-902D91ABB19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364251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bg1"/>
        </a:solidFill>
        <a:effectLst/>
      </p:bgPr>
    </p:bg>
    <p:spTree>
      <p:nvGrpSpPr>
        <p:cNvPr id="1" name=""/>
        <p:cNvGrpSpPr/>
        <p:nvPr/>
      </p:nvGrpSpPr>
      <p:grpSpPr>
        <a:xfrm>
          <a:off x="0" y="0"/>
          <a:ext cx="0" cy="0"/>
          <a:chOff x="0" y="0"/>
          <a:chExt cx="0" cy="0"/>
        </a:xfrm>
      </p:grpSpPr>
      <p:pic>
        <p:nvPicPr>
          <p:cNvPr id="16" name="Picture 15" descr="A blue and pink gradient&#10;&#10;AI-generated content may be incorrect.">
            <a:extLst>
              <a:ext uri="{FF2B5EF4-FFF2-40B4-BE49-F238E27FC236}">
                <a16:creationId xmlns:a16="http://schemas.microsoft.com/office/drawing/2014/main" id="{C4E3A73A-08AC-E4D5-72D4-A52D01BE1E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EA4B4CAF-A0E8-F09F-D6AB-040C9D9C0DF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0" y="0"/>
            <a:ext cx="12192000" cy="6858000"/>
          </a:xfrm>
          <a:prstGeom prst="rect">
            <a:avLst/>
          </a:prstGeom>
        </p:spPr>
      </p:pic>
      <p:sp>
        <p:nvSpPr>
          <p:cNvPr id="9" name="Title 1">
            <a:extLst>
              <a:ext uri="{FF2B5EF4-FFF2-40B4-BE49-F238E27FC236}">
                <a16:creationId xmlns:a16="http://schemas.microsoft.com/office/drawing/2014/main" id="{828725B4-D968-BAAF-19B1-9A4719C72B48}"/>
              </a:ext>
            </a:extLst>
          </p:cNvPr>
          <p:cNvSpPr>
            <a:spLocks noGrp="1"/>
          </p:cNvSpPr>
          <p:nvPr>
            <p:ph type="ctrTitle"/>
          </p:nvPr>
        </p:nvSpPr>
        <p:spPr>
          <a:xfrm>
            <a:off x="609600" y="1215884"/>
            <a:ext cx="10972800" cy="2379013"/>
          </a:xfrm>
        </p:spPr>
        <p:txBody>
          <a:bodyPr anchor="b">
            <a:normAutofit/>
          </a:bodyPr>
          <a:lstStyle>
            <a:lvl1pPr algn="ctr">
              <a:defRPr sz="6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B61B9004-3C8A-9454-2377-0A58ADD11064}"/>
              </a:ext>
            </a:extLst>
          </p:cNvPr>
          <p:cNvSpPr>
            <a:spLocks noGrp="1"/>
          </p:cNvSpPr>
          <p:nvPr>
            <p:ph type="subTitle" idx="1"/>
          </p:nvPr>
        </p:nvSpPr>
        <p:spPr>
          <a:xfrm>
            <a:off x="1524000" y="3695090"/>
            <a:ext cx="9144000" cy="1029310"/>
          </a:xfrm>
        </p:spPr>
        <p:txBody>
          <a:bodyP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Footer Placeholder 5">
            <a:extLst>
              <a:ext uri="{FF2B5EF4-FFF2-40B4-BE49-F238E27FC236}">
                <a16:creationId xmlns:a16="http://schemas.microsoft.com/office/drawing/2014/main" id="{A0D1CDF6-EB44-5678-B0EF-08B581B13232}"/>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261C10FD-386D-733D-548B-ABCCE0CD112E}"/>
              </a:ext>
            </a:extLst>
          </p:cNvPr>
          <p:cNvSpPr>
            <a:spLocks noGrp="1"/>
          </p:cNvSpPr>
          <p:nvPr>
            <p:ph type="dt" sz="half" idx="10"/>
          </p:nvPr>
        </p:nvSpPr>
        <p:spPr/>
        <p:txBody>
          <a:bodyPr/>
          <a:lstStyle>
            <a:lvl1pPr>
              <a:defRPr>
                <a:solidFill>
                  <a:schemeClr val="tx1"/>
                </a:solidFill>
              </a:defRPr>
            </a:lvl1pPr>
          </a:lstStyle>
          <a:p>
            <a:fld id="{55872412-C725-2842-8141-6F8DA99B275E}" type="datetime1">
              <a:rPr lang="en-US" smtClean="0"/>
              <a:t>12/20/2025</a:t>
            </a:fld>
            <a:endParaRPr lang="en-US"/>
          </a:p>
        </p:txBody>
      </p:sp>
      <p:sp>
        <p:nvSpPr>
          <p:cNvPr id="11" name="Slide Number Placeholder 10">
            <a:extLst>
              <a:ext uri="{FF2B5EF4-FFF2-40B4-BE49-F238E27FC236}">
                <a16:creationId xmlns:a16="http://schemas.microsoft.com/office/drawing/2014/main" id="{C99647C5-B8C9-C91C-8056-A758BA2C5D55}"/>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94627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bg1"/>
        </a:solidFill>
        <a:effectLst/>
      </p:bgPr>
    </p:bg>
    <p:spTree>
      <p:nvGrpSpPr>
        <p:cNvPr id="1" name=""/>
        <p:cNvGrpSpPr/>
        <p:nvPr/>
      </p:nvGrpSpPr>
      <p:grpSpPr>
        <a:xfrm>
          <a:off x="0" y="0"/>
          <a:ext cx="0" cy="0"/>
          <a:chOff x="0" y="0"/>
          <a:chExt cx="0" cy="0"/>
        </a:xfrm>
      </p:grpSpPr>
      <p:pic>
        <p:nvPicPr>
          <p:cNvPr id="8" name="Picture 7" descr="A blurry image of a blue and pink gradient&#10;&#10;AI-generated content may be incorrect.">
            <a:extLst>
              <a:ext uri="{FF2B5EF4-FFF2-40B4-BE49-F238E27FC236}">
                <a16:creationId xmlns:a16="http://schemas.microsoft.com/office/drawing/2014/main" id="{DE9BAE23-5B02-7784-4C10-09E5C32B23F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A453100-C9A1-0247-1B59-0CFA0C2BC0C1}"/>
              </a:ext>
            </a:extLst>
          </p:cNvPr>
          <p:cNvSpPr>
            <a:spLocks noGrp="1"/>
          </p:cNvSpPr>
          <p:nvPr>
            <p:ph type="ctrTitle"/>
          </p:nvPr>
        </p:nvSpPr>
        <p:spPr>
          <a:xfrm>
            <a:off x="381000" y="838200"/>
            <a:ext cx="11430000" cy="3657600"/>
          </a:xfrm>
        </p:spPr>
        <p:txBody>
          <a:bodyPr vert="horz" lIns="91440" tIns="45720" rIns="91440" bIns="45720" rtlCol="0" anchor="b">
            <a:normAutofit/>
          </a:bodyPr>
          <a:lstStyle>
            <a:lvl1pPr algn="r">
              <a:defRPr lang="en-US" sz="7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7143F882-C21D-9051-E025-9CB6D3A7255D}"/>
              </a:ext>
            </a:extLst>
          </p:cNvPr>
          <p:cNvSpPr>
            <a:spLocks noGrp="1"/>
          </p:cNvSpPr>
          <p:nvPr>
            <p:ph type="subTitle" idx="1"/>
          </p:nvPr>
        </p:nvSpPr>
        <p:spPr>
          <a:xfrm>
            <a:off x="380999" y="4522304"/>
            <a:ext cx="11423901" cy="1200698"/>
          </a:xfrm>
        </p:spPr>
        <p:txBody>
          <a:bodyPr vert="horz" lIns="91440" tIns="45720" rIns="91440" bIns="45720" rtlCol="0" anchor="t">
            <a:normAutofit/>
          </a:bodyPr>
          <a:lstStyle>
            <a:lvl1pPr marL="0" indent="0" algn="r">
              <a:buNone/>
              <a:defRPr lang="en-US" sz="2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2964A10-FC71-EA8C-A80C-6591AA1FBC4D}"/>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69B2810-D299-45D4-10D3-829D813C5667}"/>
              </a:ext>
            </a:extLst>
          </p:cNvPr>
          <p:cNvSpPr>
            <a:spLocks noGrp="1"/>
          </p:cNvSpPr>
          <p:nvPr>
            <p:ph type="dt" sz="half" idx="10"/>
          </p:nvPr>
        </p:nvSpPr>
        <p:spPr/>
        <p:txBody>
          <a:bodyPr/>
          <a:lstStyle/>
          <a:p>
            <a:fld id="{93274EE0-8EE6-BB42-BF21-111D3EB8AA70}" type="datetime1">
              <a:rPr lang="en-US" smtClean="0"/>
              <a:t>12/20/2025</a:t>
            </a:fld>
            <a:endParaRPr lang="en-US"/>
          </a:p>
        </p:txBody>
      </p:sp>
      <p:sp>
        <p:nvSpPr>
          <p:cNvPr id="6" name="Slide Number Placeholder 5">
            <a:extLst>
              <a:ext uri="{FF2B5EF4-FFF2-40B4-BE49-F238E27FC236}">
                <a16:creationId xmlns:a16="http://schemas.microsoft.com/office/drawing/2014/main" id="{2ACA30D0-2A71-E8EE-55DA-B29C4CC84EB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579197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bg1"/>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4DCEB9D3-E2CB-5A44-54CA-3B1A42C2DABE}"/>
              </a:ext>
            </a:extLst>
          </p:cNvPr>
          <p:cNvSpPr>
            <a:spLocks noGrp="1"/>
          </p:cNvSpPr>
          <p:nvPr>
            <p:ph type="pic" sz="quarter" idx="10"/>
          </p:nvPr>
        </p:nvSpPr>
        <p:spPr>
          <a:xfrm>
            <a:off x="152400" y="152401"/>
            <a:ext cx="11887200" cy="6553197"/>
          </a:xfrm>
          <a:custGeom>
            <a:avLst/>
            <a:gdLst>
              <a:gd name="connsiteX0" fmla="*/ 349231 w 11887200"/>
              <a:gd name="connsiteY0" fmla="*/ 0 h 6553197"/>
              <a:gd name="connsiteX1" fmla="*/ 5672697 w 11887200"/>
              <a:gd name="connsiteY1" fmla="*/ 0 h 6553197"/>
              <a:gd name="connsiteX2" fmla="*/ 5727277 w 11887200"/>
              <a:gd name="connsiteY2" fmla="*/ 5502 h 6553197"/>
              <a:gd name="connsiteX3" fmla="*/ 5943600 w 11887200"/>
              <a:gd name="connsiteY3" fmla="*/ 270922 h 6553197"/>
              <a:gd name="connsiteX4" fmla="*/ 6214523 w 11887200"/>
              <a:gd name="connsiteY4" fmla="*/ 541844 h 6553197"/>
              <a:gd name="connsiteX5" fmla="*/ 11537950 w 11887200"/>
              <a:gd name="connsiteY5" fmla="*/ 541845 h 6553197"/>
              <a:gd name="connsiteX6" fmla="*/ 11887200 w 11887200"/>
              <a:gd name="connsiteY6" fmla="*/ 891094 h 6553197"/>
              <a:gd name="connsiteX7" fmla="*/ 11887200 w 11887200"/>
              <a:gd name="connsiteY7" fmla="*/ 6203948 h 6553197"/>
              <a:gd name="connsiteX8" fmla="*/ 11537950 w 11887200"/>
              <a:gd name="connsiteY8" fmla="*/ 6553197 h 6553197"/>
              <a:gd name="connsiteX9" fmla="*/ 7664450 w 11887200"/>
              <a:gd name="connsiteY9" fmla="*/ 6553197 h 6553197"/>
              <a:gd name="connsiteX10" fmla="*/ 7315200 w 11887200"/>
              <a:gd name="connsiteY10" fmla="*/ 6203948 h 6553197"/>
              <a:gd name="connsiteX11" fmla="*/ 7315200 w 11887200"/>
              <a:gd name="connsiteY11" fmla="*/ 4548693 h 6553197"/>
              <a:gd name="connsiteX12" fmla="*/ 6965950 w 11887200"/>
              <a:gd name="connsiteY12" fmla="*/ 4199443 h 6553197"/>
              <a:gd name="connsiteX13" fmla="*/ 349250 w 11887200"/>
              <a:gd name="connsiteY13" fmla="*/ 4199443 h 6553197"/>
              <a:gd name="connsiteX14" fmla="*/ 0 w 11887200"/>
              <a:gd name="connsiteY14" fmla="*/ 3850193 h 6553197"/>
              <a:gd name="connsiteX15" fmla="*/ 0 w 11887200"/>
              <a:gd name="connsiteY15" fmla="*/ 349248 h 6553197"/>
              <a:gd name="connsiteX16" fmla="*/ 278864 w 11887200"/>
              <a:gd name="connsiteY16" fmla="*/ 7094 h 655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87200" h="6553197">
                <a:moveTo>
                  <a:pt x="349231" y="0"/>
                </a:moveTo>
                <a:lnTo>
                  <a:pt x="5672697" y="0"/>
                </a:lnTo>
                <a:lnTo>
                  <a:pt x="5727277" y="5502"/>
                </a:lnTo>
                <a:cubicBezTo>
                  <a:pt x="5850732" y="30765"/>
                  <a:pt x="5943600" y="139999"/>
                  <a:pt x="5943600" y="270922"/>
                </a:cubicBezTo>
                <a:cubicBezTo>
                  <a:pt x="5943600" y="420548"/>
                  <a:pt x="6064898" y="541844"/>
                  <a:pt x="6214523" y="541844"/>
                </a:cubicBezTo>
                <a:lnTo>
                  <a:pt x="11537950" y="541845"/>
                </a:lnTo>
                <a:cubicBezTo>
                  <a:pt x="11730863" y="541845"/>
                  <a:pt x="11887200" y="698212"/>
                  <a:pt x="11887200" y="891094"/>
                </a:cubicBezTo>
                <a:lnTo>
                  <a:pt x="11887200" y="6203948"/>
                </a:lnTo>
                <a:cubicBezTo>
                  <a:pt x="11887200" y="6396861"/>
                  <a:pt x="11730863" y="6553197"/>
                  <a:pt x="11537950" y="6553197"/>
                </a:cubicBezTo>
                <a:lnTo>
                  <a:pt x="7664450" y="6553197"/>
                </a:lnTo>
                <a:cubicBezTo>
                  <a:pt x="7471537" y="6553197"/>
                  <a:pt x="7315200" y="6396861"/>
                  <a:pt x="7315200" y="6203948"/>
                </a:cubicBezTo>
                <a:lnTo>
                  <a:pt x="7315200" y="4548693"/>
                </a:lnTo>
                <a:cubicBezTo>
                  <a:pt x="7315200" y="4355806"/>
                  <a:pt x="7158863" y="4199443"/>
                  <a:pt x="6965950" y="4199443"/>
                </a:cubicBezTo>
                <a:lnTo>
                  <a:pt x="349250" y="4199443"/>
                </a:lnTo>
                <a:cubicBezTo>
                  <a:pt x="156365" y="4199443"/>
                  <a:pt x="0" y="4043081"/>
                  <a:pt x="0" y="3850193"/>
                </a:cubicBezTo>
                <a:lnTo>
                  <a:pt x="0" y="349248"/>
                </a:lnTo>
                <a:cubicBezTo>
                  <a:pt x="0" y="180474"/>
                  <a:pt x="119717" y="39660"/>
                  <a:pt x="278864" y="7094"/>
                </a:cubicBezTo>
                <a:close/>
              </a:path>
            </a:pathLst>
          </a:custGeom>
          <a:blipFill>
            <a:blip r:embed="rId2" cstate="email">
              <a:alphaModFix amt="60000"/>
              <a:extLst>
                <a:ext uri="{28A0092B-C50C-407E-A947-70E740481C1C}">
                  <a14:useLocalDpi xmlns:a14="http://schemas.microsoft.com/office/drawing/2010/main"/>
                </a:ext>
              </a:extLst>
            </a:blip>
            <a:stretch>
              <a:fillRect/>
            </a:stretch>
          </a:blipFill>
        </p:spPr>
        <p:txBody>
          <a:bodyPr wrap="square">
            <a:noAutofit/>
          </a:bodyPr>
          <a:lstStyle/>
          <a:p>
            <a:endParaRPr lang="en-US"/>
          </a:p>
        </p:txBody>
      </p:sp>
      <p:sp>
        <p:nvSpPr>
          <p:cNvPr id="4" name="Title 1">
            <a:extLst>
              <a:ext uri="{FF2B5EF4-FFF2-40B4-BE49-F238E27FC236}">
                <a16:creationId xmlns:a16="http://schemas.microsoft.com/office/drawing/2014/main" id="{76EEAF27-D94E-F4D8-599C-5544E29AAA4E}"/>
              </a:ext>
            </a:extLst>
          </p:cNvPr>
          <p:cNvSpPr>
            <a:spLocks noGrp="1"/>
          </p:cNvSpPr>
          <p:nvPr>
            <p:ph type="ctrTitle"/>
          </p:nvPr>
        </p:nvSpPr>
        <p:spPr>
          <a:xfrm>
            <a:off x="381000" y="4876800"/>
            <a:ext cx="6629400" cy="914400"/>
          </a:xfrm>
        </p:spPr>
        <p:txBody>
          <a:bodyPr vert="horz" lIns="91440" tIns="45720" rIns="91440" bIns="45720" rtlCol="0" anchor="b">
            <a:normAutofit/>
          </a:bodyPr>
          <a:lstStyle>
            <a:lvl1pPr>
              <a:defRPr lang="en-US" sz="5000" dirty="0"/>
            </a:lvl1pPr>
          </a:lstStyle>
          <a:p>
            <a:pPr lvl="0"/>
            <a:r>
              <a:rPr lang="en-US"/>
              <a:t>Click to edit Master title style</a:t>
            </a:r>
          </a:p>
        </p:txBody>
      </p:sp>
      <p:sp>
        <p:nvSpPr>
          <p:cNvPr id="6" name="Subtitle 2">
            <a:extLst>
              <a:ext uri="{FF2B5EF4-FFF2-40B4-BE49-F238E27FC236}">
                <a16:creationId xmlns:a16="http://schemas.microsoft.com/office/drawing/2014/main" id="{E2AD91C1-AABA-5486-26F6-705AEBE1A0FC}"/>
              </a:ext>
            </a:extLst>
          </p:cNvPr>
          <p:cNvSpPr>
            <a:spLocks noGrp="1"/>
          </p:cNvSpPr>
          <p:nvPr>
            <p:ph type="subTitle" idx="1"/>
          </p:nvPr>
        </p:nvSpPr>
        <p:spPr>
          <a:xfrm>
            <a:off x="381000" y="5791200"/>
            <a:ext cx="6629400" cy="533400"/>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23" name="Footer Placeholder 10">
            <a:extLst>
              <a:ext uri="{FF2B5EF4-FFF2-40B4-BE49-F238E27FC236}">
                <a16:creationId xmlns:a16="http://schemas.microsoft.com/office/drawing/2014/main" id="{03310A58-9218-F5EC-4604-561F50426E39}"/>
              </a:ext>
            </a:extLst>
          </p:cNvPr>
          <p:cNvSpPr>
            <a:spLocks noGrp="1"/>
          </p:cNvSpPr>
          <p:nvPr>
            <p:ph type="ftr" sz="quarter" idx="12"/>
          </p:nvPr>
        </p:nvSpPr>
        <p:spPr>
          <a:xfrm>
            <a:off x="6280176" y="152400"/>
            <a:ext cx="3200400" cy="365125"/>
          </a:xfrm>
        </p:spPr>
        <p:txBody>
          <a:bodyPr/>
          <a:lstStyle/>
          <a:p>
            <a:r>
              <a:rPr lang="en-US"/>
              <a:t>Sample Footer Text</a:t>
            </a:r>
          </a:p>
        </p:txBody>
      </p:sp>
      <p:sp>
        <p:nvSpPr>
          <p:cNvPr id="22" name="Date Placeholder 5">
            <a:extLst>
              <a:ext uri="{FF2B5EF4-FFF2-40B4-BE49-F238E27FC236}">
                <a16:creationId xmlns:a16="http://schemas.microsoft.com/office/drawing/2014/main" id="{2DA21EAE-6045-3E9B-D31B-4AC9A3A61CE5}"/>
              </a:ext>
            </a:extLst>
          </p:cNvPr>
          <p:cNvSpPr>
            <a:spLocks noGrp="1"/>
          </p:cNvSpPr>
          <p:nvPr>
            <p:ph type="dt" sz="half" idx="11"/>
          </p:nvPr>
        </p:nvSpPr>
        <p:spPr>
          <a:xfrm>
            <a:off x="9531099" y="152400"/>
            <a:ext cx="1800171" cy="365125"/>
          </a:xfrm>
        </p:spPr>
        <p:txBody>
          <a:bodyPr/>
          <a:lstStyle/>
          <a:p>
            <a:fld id="{5A7D64F7-0C7B-1B47-9658-E887339B9A70}" type="datetime1">
              <a:rPr lang="en-US" smtClean="0"/>
              <a:t>12/20/2025</a:t>
            </a:fld>
            <a:endParaRPr lang="en-US"/>
          </a:p>
        </p:txBody>
      </p:sp>
      <p:sp>
        <p:nvSpPr>
          <p:cNvPr id="24" name="Slide Number Placeholder 11">
            <a:extLst>
              <a:ext uri="{FF2B5EF4-FFF2-40B4-BE49-F238E27FC236}">
                <a16:creationId xmlns:a16="http://schemas.microsoft.com/office/drawing/2014/main" id="{22C589B9-597D-55C7-FAFE-05660F35D677}"/>
              </a:ext>
            </a:extLst>
          </p:cNvPr>
          <p:cNvSpPr>
            <a:spLocks noGrp="1"/>
          </p:cNvSpPr>
          <p:nvPr>
            <p:ph type="sldNum" sz="quarter" idx="13"/>
          </p:nvPr>
        </p:nvSpPr>
        <p:spPr>
          <a:xfrm>
            <a:off x="11381793" y="152400"/>
            <a:ext cx="429207"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88061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DD81ECD-75EA-ADAF-3DF5-385A64329A6E}"/>
              </a:ext>
            </a:extLst>
          </p:cNvPr>
          <p:cNvSpPr>
            <a:spLocks noGrp="1"/>
          </p:cNvSpPr>
          <p:nvPr>
            <p:ph type="ctrTitle"/>
          </p:nvPr>
        </p:nvSpPr>
        <p:spPr>
          <a:xfrm>
            <a:off x="7010400" y="1371597"/>
            <a:ext cx="4800600" cy="284556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8" name="Subtitle 2">
            <a:extLst>
              <a:ext uri="{FF2B5EF4-FFF2-40B4-BE49-F238E27FC236}">
                <a16:creationId xmlns:a16="http://schemas.microsoft.com/office/drawing/2014/main" id="{BE92A243-44D0-242D-CFED-E6D548373BD1}"/>
              </a:ext>
            </a:extLst>
          </p:cNvPr>
          <p:cNvSpPr>
            <a:spLocks noGrp="1"/>
          </p:cNvSpPr>
          <p:nvPr>
            <p:ph type="subTitle" idx="1"/>
          </p:nvPr>
        </p:nvSpPr>
        <p:spPr>
          <a:xfrm>
            <a:off x="7004304" y="4363278"/>
            <a:ext cx="4800600" cy="1123122"/>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2" name="Picture Placeholder 1">
            <a:extLst>
              <a:ext uri="{FF2B5EF4-FFF2-40B4-BE49-F238E27FC236}">
                <a16:creationId xmlns:a16="http://schemas.microsoft.com/office/drawing/2014/main" id="{C81FF1C8-D50B-713C-E78E-43102F0D727A}"/>
              </a:ext>
            </a:extLst>
          </p:cNvPr>
          <p:cNvSpPr>
            <a:spLocks noGrp="1"/>
          </p:cNvSpPr>
          <p:nvPr>
            <p:ph type="pic" sz="quarter" idx="15"/>
          </p:nvPr>
        </p:nvSpPr>
        <p:spPr>
          <a:xfrm>
            <a:off x="152400"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dpi="0" rotWithShape="1">
            <a:blip r:embed="rId2">
              <a:alphaModFix amt="60000"/>
            </a:blip>
            <a:srcRect/>
            <a:stretch>
              <a:fillRect/>
            </a:stretch>
          </a:blipFill>
        </p:spPr>
        <p:txBody>
          <a:bodyPr wrap="square">
            <a:noAutofit/>
          </a:bodyPr>
          <a:lstStyle/>
          <a:p>
            <a:endParaRPr lang="en-US"/>
          </a:p>
        </p:txBody>
      </p:sp>
      <p:sp>
        <p:nvSpPr>
          <p:cNvPr id="13" name="Footer Placeholder 12">
            <a:extLst>
              <a:ext uri="{FF2B5EF4-FFF2-40B4-BE49-F238E27FC236}">
                <a16:creationId xmlns:a16="http://schemas.microsoft.com/office/drawing/2014/main" id="{C17FD179-595A-DFC0-6FEF-70179B771151}"/>
              </a:ext>
            </a:extLst>
          </p:cNvPr>
          <p:cNvSpPr>
            <a:spLocks noGrp="1"/>
          </p:cNvSpPr>
          <p:nvPr>
            <p:ph type="ftr" sz="quarter" idx="17"/>
          </p:nvPr>
        </p:nvSpPr>
        <p:spPr>
          <a:xfrm>
            <a:off x="381000" y="6347057"/>
            <a:ext cx="2514600" cy="365125"/>
          </a:xfrm>
        </p:spPr>
        <p:txBody>
          <a:bodyPr/>
          <a:lstStyle/>
          <a:p>
            <a:r>
              <a:rPr lang="en-US"/>
              <a:t>Sample Footer Text</a:t>
            </a:r>
          </a:p>
        </p:txBody>
      </p:sp>
      <p:sp>
        <p:nvSpPr>
          <p:cNvPr id="12" name="Date Placeholder 11">
            <a:extLst>
              <a:ext uri="{FF2B5EF4-FFF2-40B4-BE49-F238E27FC236}">
                <a16:creationId xmlns:a16="http://schemas.microsoft.com/office/drawing/2014/main" id="{25DD1448-E731-051E-1681-77A911C310CC}"/>
              </a:ext>
            </a:extLst>
          </p:cNvPr>
          <p:cNvSpPr>
            <a:spLocks noGrp="1"/>
          </p:cNvSpPr>
          <p:nvPr>
            <p:ph type="dt" sz="half" idx="16"/>
          </p:nvPr>
        </p:nvSpPr>
        <p:spPr/>
        <p:txBody>
          <a:bodyPr/>
          <a:lstStyle/>
          <a:p>
            <a:fld id="{D3CD07D3-1C6A-7243-B247-92FB4862F8B6}" type="datetime1">
              <a:rPr lang="en-US" smtClean="0"/>
              <a:t>12/20/2025</a:t>
            </a:fld>
            <a:endParaRPr lang="en-US"/>
          </a:p>
        </p:txBody>
      </p:sp>
      <p:sp>
        <p:nvSpPr>
          <p:cNvPr id="14" name="Slide Number Placeholder 13">
            <a:extLst>
              <a:ext uri="{FF2B5EF4-FFF2-40B4-BE49-F238E27FC236}">
                <a16:creationId xmlns:a16="http://schemas.microsoft.com/office/drawing/2014/main" id="{EFF5DB76-0219-76D2-80FA-63D615A9A10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051058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D948CE-769F-7D67-4E7B-1B9EDECCEC8A}"/>
              </a:ext>
            </a:extLst>
          </p:cNvPr>
          <p:cNvSpPr>
            <a:spLocks noGrp="1"/>
          </p:cNvSpPr>
          <p:nvPr>
            <p:ph type="ctrTitle"/>
          </p:nvPr>
        </p:nvSpPr>
        <p:spPr>
          <a:xfrm>
            <a:off x="381000" y="1371597"/>
            <a:ext cx="4800600" cy="2845567"/>
          </a:xfrm>
        </p:spPr>
        <p:txBody>
          <a:bodyPr vert="horz" lIns="91440" tIns="45720" rIns="91440" bIns="45720" rtlCol="0" anchor="b">
            <a:normAutofit/>
          </a:bodyPr>
          <a:lstStyle>
            <a:lvl1pPr>
              <a:defRPr lang="en-US" sz="4400" dirty="0"/>
            </a:lvl1pPr>
          </a:lstStyle>
          <a:p>
            <a:pPr lvl="0"/>
            <a:r>
              <a:rPr lang="en-US" dirty="0"/>
              <a:t>Click to edit Master title style</a:t>
            </a:r>
          </a:p>
        </p:txBody>
      </p:sp>
      <p:sp>
        <p:nvSpPr>
          <p:cNvPr id="8" name="Subtitle 2">
            <a:extLst>
              <a:ext uri="{FF2B5EF4-FFF2-40B4-BE49-F238E27FC236}">
                <a16:creationId xmlns:a16="http://schemas.microsoft.com/office/drawing/2014/main" id="{87D90BD9-1CD9-8EA4-6145-FDBD4F0BA3DF}"/>
              </a:ext>
            </a:extLst>
          </p:cNvPr>
          <p:cNvSpPr>
            <a:spLocks noGrp="1"/>
          </p:cNvSpPr>
          <p:nvPr>
            <p:ph type="subTitle" idx="1"/>
          </p:nvPr>
        </p:nvSpPr>
        <p:spPr>
          <a:xfrm>
            <a:off x="381000" y="4363278"/>
            <a:ext cx="4800599" cy="1123122"/>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2" name="Picture Placeholder 1">
            <a:extLst>
              <a:ext uri="{FF2B5EF4-FFF2-40B4-BE49-F238E27FC236}">
                <a16:creationId xmlns:a16="http://schemas.microsoft.com/office/drawing/2014/main" id="{2F60966E-F060-05E7-54E1-129C2360EC95}"/>
              </a:ext>
            </a:extLst>
          </p:cNvPr>
          <p:cNvSpPr>
            <a:spLocks noGrp="1"/>
          </p:cNvSpPr>
          <p:nvPr>
            <p:ph type="pic" sz="quarter" idx="15"/>
          </p:nvPr>
        </p:nvSpPr>
        <p:spPr>
          <a:xfrm>
            <a:off x="6096001"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a:blipFill>
            <a:blip r:embed="rId2">
              <a:alphaModFix amt="60000"/>
            </a:blip>
            <a:stretch>
              <a:fillRect/>
            </a:stretch>
          </a:blipFill>
        </p:spPr>
        <p:txBody>
          <a:bodyPr wrap="square">
            <a:noAutofit/>
          </a:bodyPr>
          <a:lstStyle/>
          <a:p>
            <a:endParaRPr lang="en-US"/>
          </a:p>
        </p:txBody>
      </p:sp>
      <p:sp>
        <p:nvSpPr>
          <p:cNvPr id="4" name="Footer Placeholder 3">
            <a:extLst>
              <a:ext uri="{FF2B5EF4-FFF2-40B4-BE49-F238E27FC236}">
                <a16:creationId xmlns:a16="http://schemas.microsoft.com/office/drawing/2014/main" id="{E7491524-50CE-AA56-089E-9B0375F36DFB}"/>
              </a:ext>
            </a:extLst>
          </p:cNvPr>
          <p:cNvSpPr>
            <a:spLocks noGrp="1"/>
          </p:cNvSpPr>
          <p:nvPr>
            <p:ph type="ftr" sz="quarter" idx="17"/>
          </p:nvPr>
        </p:nvSpPr>
        <p:spPr/>
        <p:txBody>
          <a:bodyPr/>
          <a:lstStyle/>
          <a:p>
            <a:r>
              <a:rPr lang="en-US"/>
              <a:t>Sample Footer Text</a:t>
            </a:r>
          </a:p>
        </p:txBody>
      </p:sp>
      <p:sp>
        <p:nvSpPr>
          <p:cNvPr id="3" name="Date Placeholder 2">
            <a:extLst>
              <a:ext uri="{FF2B5EF4-FFF2-40B4-BE49-F238E27FC236}">
                <a16:creationId xmlns:a16="http://schemas.microsoft.com/office/drawing/2014/main" id="{FED9980E-D0D3-04C2-5215-3DDF66399951}"/>
              </a:ext>
            </a:extLst>
          </p:cNvPr>
          <p:cNvSpPr>
            <a:spLocks noGrp="1"/>
          </p:cNvSpPr>
          <p:nvPr>
            <p:ph type="dt" sz="half" idx="16"/>
          </p:nvPr>
        </p:nvSpPr>
        <p:spPr/>
        <p:txBody>
          <a:bodyPr/>
          <a:lstStyle/>
          <a:p>
            <a:fld id="{A6261448-4908-0A47-BB1E-F6B7BED9DDE3}" type="datetime1">
              <a:rPr lang="en-US" smtClean="0"/>
              <a:t>12/20/2025</a:t>
            </a:fld>
            <a:endParaRPr lang="en-US"/>
          </a:p>
        </p:txBody>
      </p:sp>
      <p:sp>
        <p:nvSpPr>
          <p:cNvPr id="5" name="Slide Number Placeholder 4">
            <a:extLst>
              <a:ext uri="{FF2B5EF4-FFF2-40B4-BE49-F238E27FC236}">
                <a16:creationId xmlns:a16="http://schemas.microsoft.com/office/drawing/2014/main" id="{E33B3FA2-A8FD-6297-22D8-5014419EBEA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54030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15" name="Picture 14" descr="A blue and pink background&#10;&#10;AI-generated content may be incorrect.">
            <a:extLst>
              <a:ext uri="{FF2B5EF4-FFF2-40B4-BE49-F238E27FC236}">
                <a16:creationId xmlns:a16="http://schemas.microsoft.com/office/drawing/2014/main" id="{28646D54-8A43-A2E9-D6C2-B05BA88192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sp>
        <p:nvSpPr>
          <p:cNvPr id="7" name="Graphic 3">
            <a:extLst>
              <a:ext uri="{FF2B5EF4-FFF2-40B4-BE49-F238E27FC236}">
                <a16:creationId xmlns:a16="http://schemas.microsoft.com/office/drawing/2014/main" id="{017BF504-9DEC-0719-1E19-51CE27348830}"/>
              </a:ext>
            </a:extLst>
          </p:cNvPr>
          <p:cNvSpPr/>
          <p:nvPr/>
        </p:nvSpPr>
        <p:spPr>
          <a:xfrm>
            <a:off x="1537" y="5315"/>
            <a:ext cx="12185639" cy="6851669"/>
          </a:xfrm>
          <a:custGeom>
            <a:avLst/>
            <a:gdLst>
              <a:gd name="connsiteX0" fmla="*/ 12185639 w 12185639"/>
              <a:gd name="connsiteY0" fmla="*/ 6851669 h 6851669"/>
              <a:gd name="connsiteX1" fmla="*/ 0 w 12185639"/>
              <a:gd name="connsiteY1" fmla="*/ 6851669 h 6851669"/>
              <a:gd name="connsiteX2" fmla="*/ 0 w 12185639"/>
              <a:gd name="connsiteY2" fmla="*/ 0 h 6851669"/>
              <a:gd name="connsiteX3" fmla="*/ 12185639 w 12185639"/>
              <a:gd name="connsiteY3" fmla="*/ 0 h 6851669"/>
              <a:gd name="connsiteX4" fmla="*/ 12185639 w 12185639"/>
              <a:gd name="connsiteY4" fmla="*/ 6851669 h 6851669"/>
              <a:gd name="connsiteX5" fmla="*/ 501389 w 12185639"/>
              <a:gd name="connsiteY5" fmla="*/ 152259 h 6851669"/>
              <a:gd name="connsiteX6" fmla="*/ 152321 w 12185639"/>
              <a:gd name="connsiteY6" fmla="*/ 501186 h 6851669"/>
              <a:gd name="connsiteX7" fmla="*/ 152321 w 12185639"/>
              <a:gd name="connsiteY7" fmla="*/ 6350484 h 6851669"/>
              <a:gd name="connsiteX8" fmla="*/ 501389 w 12185639"/>
              <a:gd name="connsiteY8" fmla="*/ 6699410 h 6851669"/>
              <a:gd name="connsiteX9" fmla="*/ 11684250 w 12185639"/>
              <a:gd name="connsiteY9" fmla="*/ 6699410 h 6851669"/>
              <a:gd name="connsiteX10" fmla="*/ 12033319 w 12185639"/>
              <a:gd name="connsiteY10" fmla="*/ 6350484 h 6851669"/>
              <a:gd name="connsiteX11" fmla="*/ 12033319 w 12185639"/>
              <a:gd name="connsiteY11" fmla="*/ 1042531 h 6851669"/>
              <a:gd name="connsiteX12" fmla="*/ 11684250 w 12185639"/>
              <a:gd name="connsiteY12" fmla="*/ 693604 h 6851669"/>
              <a:gd name="connsiteX13" fmla="*/ 6363626 w 12185639"/>
              <a:gd name="connsiteY13" fmla="*/ 693604 h 6851669"/>
              <a:gd name="connsiteX14" fmla="*/ 6092914 w 12185639"/>
              <a:gd name="connsiteY14" fmla="*/ 429920 h 6851669"/>
              <a:gd name="connsiteX15" fmla="*/ 6092743 w 12185639"/>
              <a:gd name="connsiteY15" fmla="*/ 415943 h 6851669"/>
              <a:gd name="connsiteX16" fmla="*/ 5822044 w 12185639"/>
              <a:gd name="connsiteY16" fmla="*/ 152259 h 6851669"/>
              <a:gd name="connsiteX17" fmla="*/ 501389 w 12185639"/>
              <a:gd name="connsiteY17" fmla="*/ 152259 h 685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85639" h="6851669">
                <a:moveTo>
                  <a:pt x="12185639" y="6851669"/>
                </a:moveTo>
                <a:lnTo>
                  <a:pt x="0" y="6851669"/>
                </a:lnTo>
                <a:lnTo>
                  <a:pt x="0" y="0"/>
                </a:lnTo>
                <a:lnTo>
                  <a:pt x="12185639" y="0"/>
                </a:lnTo>
                <a:lnTo>
                  <a:pt x="12185639" y="6851669"/>
                </a:lnTo>
                <a:close/>
                <a:moveTo>
                  <a:pt x="501389" y="152259"/>
                </a:moveTo>
                <a:cubicBezTo>
                  <a:pt x="308604" y="152259"/>
                  <a:pt x="152321" y="308479"/>
                  <a:pt x="152321" y="501186"/>
                </a:cubicBezTo>
                <a:lnTo>
                  <a:pt x="152321" y="6350484"/>
                </a:lnTo>
                <a:cubicBezTo>
                  <a:pt x="152321" y="6543154"/>
                  <a:pt x="308604" y="6699410"/>
                  <a:pt x="501389" y="6699410"/>
                </a:cubicBezTo>
                <a:lnTo>
                  <a:pt x="11684250" y="6699410"/>
                </a:lnTo>
                <a:cubicBezTo>
                  <a:pt x="11877063" y="6699410"/>
                  <a:pt x="12033319" y="6543154"/>
                  <a:pt x="12033319" y="6350484"/>
                </a:cubicBezTo>
                <a:lnTo>
                  <a:pt x="12033319" y="1042531"/>
                </a:lnTo>
                <a:cubicBezTo>
                  <a:pt x="12033319" y="849822"/>
                  <a:pt x="11877063" y="693604"/>
                  <a:pt x="11684250" y="693604"/>
                </a:cubicBezTo>
                <a:lnTo>
                  <a:pt x="6363626" y="693604"/>
                </a:lnTo>
                <a:cubicBezTo>
                  <a:pt x="6216396" y="693604"/>
                  <a:pt x="6096621" y="576178"/>
                  <a:pt x="6092914" y="429920"/>
                </a:cubicBezTo>
                <a:lnTo>
                  <a:pt x="6092743" y="415943"/>
                </a:lnTo>
                <a:cubicBezTo>
                  <a:pt x="6089030" y="269684"/>
                  <a:pt x="5969255" y="152259"/>
                  <a:pt x="5822044" y="152259"/>
                </a:cubicBezTo>
                <a:lnTo>
                  <a:pt x="501389" y="152259"/>
                </a:lnTo>
                <a:close/>
              </a:path>
            </a:pathLst>
          </a:custGeom>
          <a:solidFill>
            <a:schemeClr val="bg1"/>
          </a:solidFill>
          <a:ln w="6347" cap="flat">
            <a:noFill/>
            <a:prstDash val="solid"/>
            <a:miter/>
          </a:ln>
        </p:spPr>
        <p:txBody>
          <a:bodyPr rtlCol="0" anchor="ctr"/>
          <a:lstStyle/>
          <a:p>
            <a:endParaRPr lang="en-US"/>
          </a:p>
        </p:txBody>
      </p:sp>
      <p:sp>
        <p:nvSpPr>
          <p:cNvPr id="8" name="Title 1">
            <a:extLst>
              <a:ext uri="{FF2B5EF4-FFF2-40B4-BE49-F238E27FC236}">
                <a16:creationId xmlns:a16="http://schemas.microsoft.com/office/drawing/2014/main" id="{AAA6AA80-3C0A-7F94-0F87-BBBE96ADFF68}"/>
              </a:ext>
            </a:extLst>
          </p:cNvPr>
          <p:cNvSpPr>
            <a:spLocks noGrp="1"/>
          </p:cNvSpPr>
          <p:nvPr>
            <p:ph type="ctrTitle" hasCustomPrompt="1"/>
          </p:nvPr>
        </p:nvSpPr>
        <p:spPr>
          <a:xfrm>
            <a:off x="609600" y="1600200"/>
            <a:ext cx="10058400" cy="4572000"/>
          </a:xfrm>
        </p:spPr>
        <p:txBody>
          <a:bodyPr vert="horz" lIns="91440" tIns="45720" rIns="91440" bIns="45720" rtlCol="0" anchor="b">
            <a:normAutofit/>
          </a:bodyPr>
          <a:lstStyle>
            <a:lvl1pPr>
              <a:lnSpc>
                <a:spcPct val="75000"/>
              </a:lnSpc>
              <a:defRPr lang="en-US" sz="8600" cap="none" baseline="0" dirty="0">
                <a:solidFill>
                  <a:schemeClr val="tx1"/>
                </a:solidFill>
              </a:defRPr>
            </a:lvl1pPr>
          </a:lstStyle>
          <a:p>
            <a:pPr lvl="0"/>
            <a:r>
              <a:rPr lang="en-US"/>
              <a:t>Section Header</a:t>
            </a:r>
          </a:p>
        </p:txBody>
      </p:sp>
      <p:sp>
        <p:nvSpPr>
          <p:cNvPr id="6" name="Footer Placeholder 10">
            <a:extLst>
              <a:ext uri="{FF2B5EF4-FFF2-40B4-BE49-F238E27FC236}">
                <a16:creationId xmlns:a16="http://schemas.microsoft.com/office/drawing/2014/main" id="{5FC6C00E-827D-90CD-FFF6-1EF511FD6F2B}"/>
              </a:ext>
            </a:extLst>
          </p:cNvPr>
          <p:cNvSpPr>
            <a:spLocks noGrp="1"/>
          </p:cNvSpPr>
          <p:nvPr>
            <p:ph type="ftr" sz="quarter" idx="11"/>
          </p:nvPr>
        </p:nvSpPr>
        <p:spPr>
          <a:xfrm>
            <a:off x="6280176" y="152400"/>
            <a:ext cx="3200400" cy="365125"/>
          </a:xfrm>
        </p:spPr>
        <p:txBody>
          <a:bodyPr/>
          <a:lstStyle>
            <a:lvl1pPr>
              <a:defRPr>
                <a:solidFill>
                  <a:schemeClr val="tx1"/>
                </a:solidFill>
              </a:defRPr>
            </a:lvl1pPr>
          </a:lstStyle>
          <a:p>
            <a:r>
              <a:rPr lang="en-US"/>
              <a:t>Sample Footer Text</a:t>
            </a:r>
            <a:endParaRPr lang="en-US">
              <a:solidFill>
                <a:schemeClr val="tx1"/>
              </a:solidFill>
            </a:endParaRPr>
          </a:p>
        </p:txBody>
      </p:sp>
      <p:sp>
        <p:nvSpPr>
          <p:cNvPr id="5" name="Date Placeholder 5">
            <a:extLst>
              <a:ext uri="{FF2B5EF4-FFF2-40B4-BE49-F238E27FC236}">
                <a16:creationId xmlns:a16="http://schemas.microsoft.com/office/drawing/2014/main" id="{1C8E1852-313B-67B6-28F9-5F38A94B1E81}"/>
              </a:ext>
            </a:extLst>
          </p:cNvPr>
          <p:cNvSpPr>
            <a:spLocks noGrp="1"/>
          </p:cNvSpPr>
          <p:nvPr>
            <p:ph type="dt" sz="half" idx="10"/>
          </p:nvPr>
        </p:nvSpPr>
        <p:spPr>
          <a:xfrm>
            <a:off x="9531099" y="152400"/>
            <a:ext cx="1800171" cy="365125"/>
          </a:xfrm>
        </p:spPr>
        <p:txBody>
          <a:bodyPr/>
          <a:lstStyle>
            <a:lvl1pPr>
              <a:defRPr>
                <a:solidFill>
                  <a:schemeClr val="tx1"/>
                </a:solidFill>
              </a:defRPr>
            </a:lvl1pPr>
          </a:lstStyle>
          <a:p>
            <a:fld id="{52EC4BBC-FFA2-B54E-847D-F2577F1B8D0A}" type="datetime1">
              <a:rPr lang="en-US" smtClean="0"/>
              <a:pPr/>
              <a:t>12/20/2025</a:t>
            </a:fld>
            <a:endParaRPr lang="en-US"/>
          </a:p>
        </p:txBody>
      </p:sp>
      <p:sp>
        <p:nvSpPr>
          <p:cNvPr id="9" name="Slide Number Placeholder 11">
            <a:extLst>
              <a:ext uri="{FF2B5EF4-FFF2-40B4-BE49-F238E27FC236}">
                <a16:creationId xmlns:a16="http://schemas.microsoft.com/office/drawing/2014/main" id="{9F6C9A12-D05B-EE84-C2D4-548E5E2732E2}"/>
              </a:ext>
            </a:extLst>
          </p:cNvPr>
          <p:cNvSpPr>
            <a:spLocks noGrp="1"/>
          </p:cNvSpPr>
          <p:nvPr>
            <p:ph type="sldNum" sz="quarter" idx="12"/>
          </p:nvPr>
        </p:nvSpPr>
        <p:spPr>
          <a:xfrm>
            <a:off x="11381793" y="15240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709652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pic>
        <p:nvPicPr>
          <p:cNvPr id="14" name="Picture 13" descr="A blurry image of a blue and pink color&#10;&#10;AI-generated content may be incorrect.">
            <a:extLst>
              <a:ext uri="{FF2B5EF4-FFF2-40B4-BE49-F238E27FC236}">
                <a16:creationId xmlns:a16="http://schemas.microsoft.com/office/drawing/2014/main" id="{E8AEC1E5-A1B0-5F0D-7E91-B99164B66A2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sp>
        <p:nvSpPr>
          <p:cNvPr id="4" name="Title 1">
            <a:extLst>
              <a:ext uri="{FF2B5EF4-FFF2-40B4-BE49-F238E27FC236}">
                <a16:creationId xmlns:a16="http://schemas.microsoft.com/office/drawing/2014/main" id="{1AC02B19-E76A-5F06-CC78-E185C785940F}"/>
              </a:ext>
            </a:extLst>
          </p:cNvPr>
          <p:cNvSpPr>
            <a:spLocks noGrp="1"/>
          </p:cNvSpPr>
          <p:nvPr>
            <p:ph type="ctrTitle" hasCustomPrompt="1"/>
          </p:nvPr>
        </p:nvSpPr>
        <p:spPr>
          <a:xfrm>
            <a:off x="381000" y="1600200"/>
            <a:ext cx="11430000" cy="4572000"/>
          </a:xfrm>
        </p:spPr>
        <p:txBody>
          <a:bodyPr vert="horz" lIns="91440" tIns="45720" rIns="91440" bIns="45720" rtlCol="0" anchor="b">
            <a:normAutofit/>
          </a:bodyPr>
          <a:lstStyle>
            <a:lvl1pPr>
              <a:lnSpc>
                <a:spcPct val="75000"/>
              </a:lnSpc>
              <a:defRPr lang="en-US" sz="8600" cap="none" baseline="0" dirty="0">
                <a:solidFill>
                  <a:schemeClr val="tx1"/>
                </a:solidFill>
              </a:defRPr>
            </a:lvl1pPr>
          </a:lstStyle>
          <a:p>
            <a:pPr lvl="0"/>
            <a:r>
              <a:rPr lang="en-US"/>
              <a:t>Section Header</a:t>
            </a:r>
          </a:p>
        </p:txBody>
      </p:sp>
      <p:sp>
        <p:nvSpPr>
          <p:cNvPr id="5" name="Footer Placeholder 4">
            <a:extLst>
              <a:ext uri="{FF2B5EF4-FFF2-40B4-BE49-F238E27FC236}">
                <a16:creationId xmlns:a16="http://schemas.microsoft.com/office/drawing/2014/main" id="{78F6BEA5-7812-E1C8-AD3A-DE3629179E0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A3B1F3F-0C8E-5A7A-475A-00F1006A7B31}"/>
              </a:ext>
            </a:extLst>
          </p:cNvPr>
          <p:cNvSpPr>
            <a:spLocks noGrp="1"/>
          </p:cNvSpPr>
          <p:nvPr>
            <p:ph type="dt" sz="half" idx="10"/>
          </p:nvPr>
        </p:nvSpPr>
        <p:spPr/>
        <p:txBody>
          <a:bodyPr/>
          <a:lstStyle>
            <a:lvl1pPr>
              <a:defRPr>
                <a:solidFill>
                  <a:schemeClr val="tx1"/>
                </a:solidFill>
              </a:defRPr>
            </a:lvl1pPr>
          </a:lstStyle>
          <a:p>
            <a:fld id="{5E18E063-8567-3D4A-98A7-68096F5E3E81}" type="datetime1">
              <a:rPr lang="en-US" smtClean="0"/>
              <a:pPr/>
              <a:t>12/20/2025</a:t>
            </a:fld>
            <a:endParaRPr lang="en-US"/>
          </a:p>
        </p:txBody>
      </p:sp>
      <p:sp>
        <p:nvSpPr>
          <p:cNvPr id="6" name="Slide Number Placeholder 5">
            <a:extLst>
              <a:ext uri="{FF2B5EF4-FFF2-40B4-BE49-F238E27FC236}">
                <a16:creationId xmlns:a16="http://schemas.microsoft.com/office/drawing/2014/main" id="{9435B1E7-7CF5-B0DF-C56E-203939E591D7}"/>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2520384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01A1411-1618-7B55-6F05-E4292F281DE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FC3F75D9-C1DA-5E09-7705-E8EDCDDEEF9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0" y="0"/>
            <a:ext cx="12192000" cy="6858000"/>
          </a:xfrm>
          <a:prstGeom prst="rect">
            <a:avLst/>
          </a:prstGeom>
        </p:spPr>
      </p:pic>
      <p:sp>
        <p:nvSpPr>
          <p:cNvPr id="9" name="Title 1">
            <a:extLst>
              <a:ext uri="{FF2B5EF4-FFF2-40B4-BE49-F238E27FC236}">
                <a16:creationId xmlns:a16="http://schemas.microsoft.com/office/drawing/2014/main" id="{61423BE9-C6AD-3608-7312-55246E016EAA}"/>
              </a:ext>
            </a:extLst>
          </p:cNvPr>
          <p:cNvSpPr>
            <a:spLocks noGrp="1"/>
          </p:cNvSpPr>
          <p:nvPr>
            <p:ph type="title"/>
          </p:nvPr>
        </p:nvSpPr>
        <p:spPr>
          <a:xfrm>
            <a:off x="609600" y="685800"/>
            <a:ext cx="6629400" cy="1681218"/>
          </a:xfrm>
        </p:spPr>
        <p:txBody>
          <a:bodyPr anchor="t">
            <a:normAutofit/>
          </a:bodyPr>
          <a:lstStyle>
            <a:lvl1pPr>
              <a:defRPr sz="6800">
                <a:solidFill>
                  <a:schemeClr val="tx1"/>
                </a:solidFill>
              </a:defRPr>
            </a:lvl1pPr>
          </a:lstStyle>
          <a:p>
            <a:r>
              <a:rPr lang="en-US" dirty="0"/>
              <a:t>Click to edit Master title style</a:t>
            </a:r>
          </a:p>
        </p:txBody>
      </p:sp>
      <p:sp>
        <p:nvSpPr>
          <p:cNvPr id="13" name="Content Placeholder 6">
            <a:extLst>
              <a:ext uri="{FF2B5EF4-FFF2-40B4-BE49-F238E27FC236}">
                <a16:creationId xmlns:a16="http://schemas.microsoft.com/office/drawing/2014/main" id="{4DB465B5-8C64-384F-7DC0-7C2D1C976108}"/>
              </a:ext>
            </a:extLst>
          </p:cNvPr>
          <p:cNvSpPr>
            <a:spLocks noGrp="1"/>
          </p:cNvSpPr>
          <p:nvPr>
            <p:ph sz="quarter" idx="13"/>
          </p:nvPr>
        </p:nvSpPr>
        <p:spPr>
          <a:xfrm>
            <a:off x="609601" y="2514600"/>
            <a:ext cx="7086599" cy="3463314"/>
          </a:xfrm>
        </p:spPr>
        <p:txBody>
          <a:bodyPr>
            <a:normAutofit/>
          </a:bodyPr>
          <a:lstStyle>
            <a:lvl1pPr marL="457200" indent="-457200">
              <a:buFont typeface="+mj-lt"/>
              <a:buAutoNum type="arabicPeriod"/>
              <a:defRPr sz="1800">
                <a:solidFill>
                  <a:schemeClr val="tx1"/>
                </a:solidFill>
              </a:defRPr>
            </a:lvl1pPr>
            <a:lvl2pPr marL="685800" indent="-4572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400">
                <a:solidFill>
                  <a:schemeClr val="tx1"/>
                </a:solidFill>
              </a:defRPr>
            </a:lvl4pPr>
            <a:lvl5pPr marL="1257300" indent="-342900">
              <a:buFont typeface="+mj-lt"/>
              <a:buAutoNum type="arabicPeriod"/>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1998790F-95AF-C438-81C4-A7AFBC618EE3}"/>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99A11A83-974F-916E-4B94-072D216980E7}"/>
              </a:ext>
            </a:extLst>
          </p:cNvPr>
          <p:cNvSpPr>
            <a:spLocks noGrp="1"/>
          </p:cNvSpPr>
          <p:nvPr>
            <p:ph type="dt" sz="half" idx="14"/>
          </p:nvPr>
        </p:nvSpPr>
        <p:spPr/>
        <p:txBody>
          <a:bodyPr/>
          <a:lstStyle>
            <a:lvl1pPr>
              <a:defRPr>
                <a:solidFill>
                  <a:schemeClr val="tx1"/>
                </a:solidFill>
              </a:defRPr>
            </a:lvl1pPr>
          </a:lstStyle>
          <a:p>
            <a:fld id="{48F1EE65-9B75-D34D-9F02-D2E3965E0F0C}" type="datetime1">
              <a:rPr lang="en-US" smtClean="0"/>
              <a:t>12/20/2025</a:t>
            </a:fld>
            <a:endParaRPr lang="en-US"/>
          </a:p>
        </p:txBody>
      </p:sp>
      <p:sp>
        <p:nvSpPr>
          <p:cNvPr id="4" name="Slide Number Placeholder 3">
            <a:extLst>
              <a:ext uri="{FF2B5EF4-FFF2-40B4-BE49-F238E27FC236}">
                <a16:creationId xmlns:a16="http://schemas.microsoft.com/office/drawing/2014/main" id="{A5B9FFFF-03A0-FB05-6654-69512558AAE7}"/>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488013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295885B-1DD3-9A2F-6CE5-85B63AC5CD9F}"/>
              </a:ext>
            </a:extLst>
          </p:cNvPr>
          <p:cNvSpPr>
            <a:spLocks noGrp="1"/>
          </p:cNvSpPr>
          <p:nvPr>
            <p:ph type="title"/>
          </p:nvPr>
        </p:nvSpPr>
        <p:spPr>
          <a:xfrm>
            <a:off x="381000" y="4343400"/>
            <a:ext cx="4800599" cy="2133600"/>
          </a:xfrm>
        </p:spPr>
        <p:txBody>
          <a:bodyPr anchor="b">
            <a:normAutofit/>
          </a:bodyPr>
          <a:lstStyle>
            <a:lvl1pPr>
              <a:defRPr sz="7200"/>
            </a:lvl1pPr>
          </a:lstStyle>
          <a:p>
            <a:r>
              <a:rPr lang="en-US" dirty="0"/>
              <a:t>Click to edit Master title style</a:t>
            </a:r>
          </a:p>
        </p:txBody>
      </p:sp>
      <p:sp>
        <p:nvSpPr>
          <p:cNvPr id="6" name="Picture Placeholder 34">
            <a:extLst>
              <a:ext uri="{FF2B5EF4-FFF2-40B4-BE49-F238E27FC236}">
                <a16:creationId xmlns:a16="http://schemas.microsoft.com/office/drawing/2014/main" id="{41D936BB-D3BE-42B9-6F9B-0D898AFA4EC9}"/>
              </a:ext>
            </a:extLst>
          </p:cNvPr>
          <p:cNvSpPr>
            <a:spLocks noGrp="1"/>
          </p:cNvSpPr>
          <p:nvPr>
            <p:ph type="pic" sz="quarter" idx="14"/>
          </p:nvPr>
        </p:nvSpPr>
        <p:spPr>
          <a:xfrm>
            <a:off x="152400" y="152400"/>
            <a:ext cx="11887200" cy="3733798"/>
          </a:xfrm>
          <a:custGeom>
            <a:avLst/>
            <a:gdLst>
              <a:gd name="connsiteX0" fmla="*/ 349240 w 11887200"/>
              <a:gd name="connsiteY0" fmla="*/ 0 h 3733798"/>
              <a:gd name="connsiteX1" fmla="*/ 11537960 w 11887200"/>
              <a:gd name="connsiteY1" fmla="*/ 0 h 3733798"/>
              <a:gd name="connsiteX2" fmla="*/ 11608344 w 11887200"/>
              <a:gd name="connsiteY2" fmla="*/ 7095 h 3733798"/>
              <a:gd name="connsiteX3" fmla="*/ 11887200 w 11887200"/>
              <a:gd name="connsiteY3" fmla="*/ 349249 h 3733798"/>
              <a:gd name="connsiteX4" fmla="*/ 11887200 w 11887200"/>
              <a:gd name="connsiteY4" fmla="*/ 2021400 h 3733798"/>
              <a:gd name="connsiteX5" fmla="*/ 11537950 w 11887200"/>
              <a:gd name="connsiteY5" fmla="*/ 2370650 h 3733798"/>
              <a:gd name="connsiteX6" fmla="*/ 5378450 w 11887200"/>
              <a:gd name="connsiteY6" fmla="*/ 2370650 h 3733798"/>
              <a:gd name="connsiteX7" fmla="*/ 5029200 w 11887200"/>
              <a:gd name="connsiteY7" fmla="*/ 2719900 h 3733798"/>
              <a:gd name="connsiteX8" fmla="*/ 5029200 w 11887200"/>
              <a:gd name="connsiteY8" fmla="*/ 3384548 h 3733798"/>
              <a:gd name="connsiteX9" fmla="*/ 4679950 w 11887200"/>
              <a:gd name="connsiteY9" fmla="*/ 3733798 h 3733798"/>
              <a:gd name="connsiteX10" fmla="*/ 349250 w 11887200"/>
              <a:gd name="connsiteY10" fmla="*/ 3733798 h 3733798"/>
              <a:gd name="connsiteX11" fmla="*/ 0 w 11887200"/>
              <a:gd name="connsiteY11" fmla="*/ 3384548 h 3733798"/>
              <a:gd name="connsiteX12" fmla="*/ 0 w 11887200"/>
              <a:gd name="connsiteY12" fmla="*/ 349249 h 3733798"/>
              <a:gd name="connsiteX13" fmla="*/ 278864 w 11887200"/>
              <a:gd name="connsiteY13" fmla="*/ 7095 h 373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87200" h="3733798">
                <a:moveTo>
                  <a:pt x="349240" y="0"/>
                </a:moveTo>
                <a:lnTo>
                  <a:pt x="11537960" y="0"/>
                </a:lnTo>
                <a:lnTo>
                  <a:pt x="11608344" y="7095"/>
                </a:lnTo>
                <a:cubicBezTo>
                  <a:pt x="11767505" y="39661"/>
                  <a:pt x="11887200" y="180474"/>
                  <a:pt x="11887200" y="349249"/>
                </a:cubicBezTo>
                <a:lnTo>
                  <a:pt x="11887200" y="2021400"/>
                </a:lnTo>
                <a:cubicBezTo>
                  <a:pt x="11887200" y="2214288"/>
                  <a:pt x="11730863" y="2370650"/>
                  <a:pt x="11537950" y="2370650"/>
                </a:cubicBezTo>
                <a:lnTo>
                  <a:pt x="5378450" y="2370650"/>
                </a:lnTo>
                <a:cubicBezTo>
                  <a:pt x="5185563" y="2370650"/>
                  <a:pt x="5029200" y="2527013"/>
                  <a:pt x="5029200" y="2719900"/>
                </a:cubicBezTo>
                <a:lnTo>
                  <a:pt x="5029200" y="3384548"/>
                </a:lnTo>
                <a:cubicBezTo>
                  <a:pt x="5029200" y="3577436"/>
                  <a:pt x="4872838" y="3733798"/>
                  <a:pt x="4679950" y="3733798"/>
                </a:cubicBezTo>
                <a:lnTo>
                  <a:pt x="349250" y="3733798"/>
                </a:lnTo>
                <a:cubicBezTo>
                  <a:pt x="156364" y="3733798"/>
                  <a:pt x="0" y="3577436"/>
                  <a:pt x="0" y="3384548"/>
                </a:cubicBezTo>
                <a:lnTo>
                  <a:pt x="0" y="349249"/>
                </a:lnTo>
                <a:cubicBezTo>
                  <a:pt x="0" y="180474"/>
                  <a:pt x="119716" y="39661"/>
                  <a:pt x="278864" y="7095"/>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6">
            <a:extLst>
              <a:ext uri="{FF2B5EF4-FFF2-40B4-BE49-F238E27FC236}">
                <a16:creationId xmlns:a16="http://schemas.microsoft.com/office/drawing/2014/main" id="{97E45652-0A6C-4552-E12E-94E6B8CAAC7E}"/>
              </a:ext>
            </a:extLst>
          </p:cNvPr>
          <p:cNvSpPr>
            <a:spLocks noGrp="1"/>
          </p:cNvSpPr>
          <p:nvPr>
            <p:ph sz="quarter" idx="13"/>
          </p:nvPr>
        </p:nvSpPr>
        <p:spPr>
          <a:xfrm>
            <a:off x="5588000" y="2895600"/>
            <a:ext cx="6223000" cy="32674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0F8B1980-1174-ED0C-7D2B-3C8E19442F88}"/>
              </a:ext>
            </a:extLst>
          </p:cNvPr>
          <p:cNvSpPr>
            <a:spLocks noGrp="1"/>
          </p:cNvSpPr>
          <p:nvPr>
            <p:ph type="ftr" sz="quarter" idx="16"/>
          </p:nvPr>
        </p:nvSpPr>
        <p:spPr>
          <a:xfrm>
            <a:off x="5588000" y="6347057"/>
            <a:ext cx="3200400" cy="365125"/>
          </a:xfrm>
        </p:spPr>
        <p:txBody>
          <a:bodyPr/>
          <a:lstStyle/>
          <a:p>
            <a:r>
              <a:rPr lang="en-US"/>
              <a:t>Sample Footer Text</a:t>
            </a:r>
          </a:p>
        </p:txBody>
      </p:sp>
      <p:sp>
        <p:nvSpPr>
          <p:cNvPr id="2" name="Date Placeholder 1">
            <a:extLst>
              <a:ext uri="{FF2B5EF4-FFF2-40B4-BE49-F238E27FC236}">
                <a16:creationId xmlns:a16="http://schemas.microsoft.com/office/drawing/2014/main" id="{0A0E17CE-5CDB-F9B8-508A-EBF750BFDC28}"/>
              </a:ext>
            </a:extLst>
          </p:cNvPr>
          <p:cNvSpPr>
            <a:spLocks noGrp="1"/>
          </p:cNvSpPr>
          <p:nvPr>
            <p:ph type="dt" sz="half" idx="15"/>
          </p:nvPr>
        </p:nvSpPr>
        <p:spPr/>
        <p:txBody>
          <a:bodyPr/>
          <a:lstStyle/>
          <a:p>
            <a:fld id="{BCD35447-68C7-CB49-B79C-2828CACD9C53}" type="datetime1">
              <a:rPr lang="en-US" smtClean="0"/>
              <a:t>12/20/2025</a:t>
            </a:fld>
            <a:endParaRPr lang="en-US"/>
          </a:p>
        </p:txBody>
      </p:sp>
      <p:sp>
        <p:nvSpPr>
          <p:cNvPr id="4" name="Slide Number Placeholder 3">
            <a:extLst>
              <a:ext uri="{FF2B5EF4-FFF2-40B4-BE49-F238E27FC236}">
                <a16:creationId xmlns:a16="http://schemas.microsoft.com/office/drawing/2014/main" id="{7F65A623-B0CB-DF72-7154-FAA599F2E10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957585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133FF05-3096-7497-FA8D-28733AAE75DC}"/>
              </a:ext>
            </a:extLst>
          </p:cNvPr>
          <p:cNvSpPr>
            <a:spLocks noGrp="1"/>
          </p:cNvSpPr>
          <p:nvPr>
            <p:ph type="title"/>
          </p:nvPr>
        </p:nvSpPr>
        <p:spPr>
          <a:xfrm>
            <a:off x="381002" y="2514601"/>
            <a:ext cx="3200398" cy="3657600"/>
          </a:xfrm>
        </p:spPr>
        <p:txBody>
          <a:bodyPr/>
          <a:lstStyle>
            <a:lvl1pPr>
              <a:defRPr sz="3000"/>
            </a:lvl1pPr>
          </a:lstStyle>
          <a:p>
            <a:r>
              <a:rPr lang="en-US"/>
              <a:t>Click to edit Master title style</a:t>
            </a:r>
          </a:p>
        </p:txBody>
      </p:sp>
      <p:sp>
        <p:nvSpPr>
          <p:cNvPr id="11" name="Content Placeholder 10">
            <a:extLst>
              <a:ext uri="{FF2B5EF4-FFF2-40B4-BE49-F238E27FC236}">
                <a16:creationId xmlns:a16="http://schemas.microsoft.com/office/drawing/2014/main" id="{2B0368EA-7806-3BA9-5570-A5102FE7B940}"/>
              </a:ext>
            </a:extLst>
          </p:cNvPr>
          <p:cNvSpPr>
            <a:spLocks noGrp="1"/>
          </p:cNvSpPr>
          <p:nvPr>
            <p:ph sz="quarter" idx="17"/>
          </p:nvPr>
        </p:nvSpPr>
        <p:spPr>
          <a:xfrm>
            <a:off x="4267200" y="2514600"/>
            <a:ext cx="45720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7FAB1DF-AD2F-4353-402F-94E47EE3D849}"/>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272495CA-89D9-4C74-A72D-AF6B3A8FCF17}"/>
              </a:ext>
            </a:extLst>
          </p:cNvPr>
          <p:cNvSpPr>
            <a:spLocks noGrp="1"/>
          </p:cNvSpPr>
          <p:nvPr>
            <p:ph type="dt" sz="half" idx="14"/>
          </p:nvPr>
        </p:nvSpPr>
        <p:spPr/>
        <p:txBody>
          <a:bodyPr/>
          <a:lstStyle/>
          <a:p>
            <a:fld id="{A3F75FBB-52A4-3947-9071-787C670AA4F3}" type="datetime1">
              <a:rPr lang="en-US" smtClean="0"/>
              <a:t>12/20/2025</a:t>
            </a:fld>
            <a:endParaRPr lang="en-US"/>
          </a:p>
        </p:txBody>
      </p:sp>
      <p:sp>
        <p:nvSpPr>
          <p:cNvPr id="5" name="Slide Number Placeholder 4">
            <a:extLst>
              <a:ext uri="{FF2B5EF4-FFF2-40B4-BE49-F238E27FC236}">
                <a16:creationId xmlns:a16="http://schemas.microsoft.com/office/drawing/2014/main" id="{079898EE-29F5-4EB1-D6B0-7CAEDDFB329B}"/>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2199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1600200"/>
            <a:ext cx="3200401" cy="3657600"/>
          </a:xfrm>
          <a:prstGeom prst="rect">
            <a:avLst/>
          </a:prstGeo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267200" y="1609344"/>
            <a:ext cx="5029200" cy="36576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26833A1-CC94-31F8-5C28-FE32A28041F0}"/>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2EDCE220-30D9-99B4-3161-7B7CA3D3A6AA}"/>
              </a:ext>
            </a:extLst>
          </p:cNvPr>
          <p:cNvSpPr>
            <a:spLocks noGrp="1"/>
          </p:cNvSpPr>
          <p:nvPr>
            <p:ph type="dt" sz="half" idx="14"/>
          </p:nvPr>
        </p:nvSpPr>
        <p:spPr/>
        <p:txBody>
          <a:bodyPr/>
          <a:lstStyle/>
          <a:p>
            <a:fld id="{13480301-390C-8846-A6E3-CD2894BE139C}" type="datetime1">
              <a:rPr lang="en-US" smtClean="0"/>
              <a:t>12/20/2025</a:t>
            </a:fld>
            <a:endParaRPr lang="en-US"/>
          </a:p>
        </p:txBody>
      </p:sp>
      <p:sp>
        <p:nvSpPr>
          <p:cNvPr id="5" name="Slide Number Placeholder 4">
            <a:extLst>
              <a:ext uri="{FF2B5EF4-FFF2-40B4-BE49-F238E27FC236}">
                <a16:creationId xmlns:a16="http://schemas.microsoft.com/office/drawing/2014/main" id="{C607D07A-7BD8-5871-3B79-C74FF0E365A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903557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2D2CDB4-A600-5D54-5BE6-1FA4F2A9120B}"/>
              </a:ext>
            </a:extLst>
          </p:cNvPr>
          <p:cNvSpPr>
            <a:spLocks noGrp="1"/>
          </p:cNvSpPr>
          <p:nvPr>
            <p:ph type="title"/>
          </p:nvPr>
        </p:nvSpPr>
        <p:spPr>
          <a:xfrm>
            <a:off x="381000" y="1600200"/>
            <a:ext cx="3215641" cy="3657600"/>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B283CA2A-27C4-3A5B-CCC8-D39969DABF5D}"/>
              </a:ext>
            </a:extLst>
          </p:cNvPr>
          <p:cNvSpPr>
            <a:spLocks noGrp="1"/>
          </p:cNvSpPr>
          <p:nvPr>
            <p:ph sz="quarter" idx="13"/>
          </p:nvPr>
        </p:nvSpPr>
        <p:spPr>
          <a:xfrm>
            <a:off x="4282441" y="1600200"/>
            <a:ext cx="6842759" cy="32004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7F66AFF-3304-8CC6-CF56-E7AF712FF1A6}"/>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04CE7806-344D-D45A-FF0A-D6669494DD3E}"/>
              </a:ext>
            </a:extLst>
          </p:cNvPr>
          <p:cNvSpPr>
            <a:spLocks noGrp="1"/>
          </p:cNvSpPr>
          <p:nvPr>
            <p:ph type="dt" sz="half" idx="14"/>
          </p:nvPr>
        </p:nvSpPr>
        <p:spPr/>
        <p:txBody>
          <a:bodyPr/>
          <a:lstStyle/>
          <a:p>
            <a:fld id="{C275CAB1-537D-AB4A-86AF-498D16CC8BFB}" type="datetime1">
              <a:rPr lang="en-US" smtClean="0"/>
              <a:t>12/20/2025</a:t>
            </a:fld>
            <a:endParaRPr lang="en-US"/>
          </a:p>
        </p:txBody>
      </p:sp>
      <p:sp>
        <p:nvSpPr>
          <p:cNvPr id="5" name="Slide Number Placeholder 4">
            <a:extLst>
              <a:ext uri="{FF2B5EF4-FFF2-40B4-BE49-F238E27FC236}">
                <a16:creationId xmlns:a16="http://schemas.microsoft.com/office/drawing/2014/main" id="{BDC48EDA-AD65-3CC6-9DF2-10AAA02ED47E}"/>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193123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B302-0DDD-C18C-0048-1CE0B3F62A0A}"/>
              </a:ext>
            </a:extLst>
          </p:cNvPr>
          <p:cNvSpPr>
            <a:spLocks noGrp="1"/>
          </p:cNvSpPr>
          <p:nvPr>
            <p:ph type="title"/>
          </p:nvPr>
        </p:nvSpPr>
        <p:spPr>
          <a:xfrm>
            <a:off x="381000" y="685800"/>
            <a:ext cx="3215642" cy="4419600"/>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A4C4BA54-3687-3119-634B-178D88E18F85}"/>
              </a:ext>
            </a:extLst>
          </p:cNvPr>
          <p:cNvSpPr>
            <a:spLocks noGrp="1"/>
          </p:cNvSpPr>
          <p:nvPr>
            <p:ph sz="quarter" idx="13"/>
          </p:nvPr>
        </p:nvSpPr>
        <p:spPr>
          <a:xfrm>
            <a:off x="4288538" y="694944"/>
            <a:ext cx="7522462" cy="4410456"/>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CD00CFD0-8801-A840-8082-92086F7985AC}"/>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581133C8-ACEC-C7FF-8853-AC6AA283473D}"/>
              </a:ext>
            </a:extLst>
          </p:cNvPr>
          <p:cNvSpPr>
            <a:spLocks noGrp="1"/>
          </p:cNvSpPr>
          <p:nvPr>
            <p:ph type="dt" sz="half" idx="14"/>
          </p:nvPr>
        </p:nvSpPr>
        <p:spPr/>
        <p:txBody>
          <a:bodyPr/>
          <a:lstStyle/>
          <a:p>
            <a:fld id="{9C9067C8-B2FA-9242-99D3-2AAAEA57F6E3}" type="datetime1">
              <a:rPr lang="en-US" smtClean="0"/>
              <a:t>12/20/2025</a:t>
            </a:fld>
            <a:endParaRPr lang="en-US"/>
          </a:p>
        </p:txBody>
      </p:sp>
      <p:sp>
        <p:nvSpPr>
          <p:cNvPr id="5" name="Slide Number Placeholder 4">
            <a:extLst>
              <a:ext uri="{FF2B5EF4-FFF2-40B4-BE49-F238E27FC236}">
                <a16:creationId xmlns:a16="http://schemas.microsoft.com/office/drawing/2014/main" id="{76924940-A505-A257-1AC1-04850EB787AF}"/>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08959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0A35C34-6355-27EB-6385-E2E89A9D6C01}"/>
              </a:ext>
            </a:extLst>
          </p:cNvPr>
          <p:cNvSpPr>
            <a:spLocks noGrp="1"/>
          </p:cNvSpPr>
          <p:nvPr>
            <p:ph type="title"/>
          </p:nvPr>
        </p:nvSpPr>
        <p:spPr>
          <a:xfrm>
            <a:off x="381000" y="707549"/>
            <a:ext cx="3200400" cy="2721451"/>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F8C3733F-A93C-13FB-40FF-0CDAD1C4211A}"/>
              </a:ext>
            </a:extLst>
          </p:cNvPr>
          <p:cNvSpPr>
            <a:spLocks noGrp="1"/>
          </p:cNvSpPr>
          <p:nvPr>
            <p:ph sz="quarter" idx="13"/>
          </p:nvPr>
        </p:nvSpPr>
        <p:spPr>
          <a:xfrm>
            <a:off x="4282441" y="707549"/>
            <a:ext cx="7522459" cy="515985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AAC85AE-CA6A-7906-52B1-EB20693C2432}"/>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3B3A9F3E-7E0A-8060-1610-7ED0C1A9EDE0}"/>
              </a:ext>
            </a:extLst>
          </p:cNvPr>
          <p:cNvSpPr>
            <a:spLocks noGrp="1"/>
          </p:cNvSpPr>
          <p:nvPr>
            <p:ph type="dt" sz="half" idx="14"/>
          </p:nvPr>
        </p:nvSpPr>
        <p:spPr/>
        <p:txBody>
          <a:bodyPr/>
          <a:lstStyle/>
          <a:p>
            <a:fld id="{F2121301-BC9F-2048-8BD9-9D5533C3FEB8}" type="datetime1">
              <a:rPr lang="en-US" smtClean="0"/>
              <a:t>12/20/2025</a:t>
            </a:fld>
            <a:endParaRPr lang="en-US"/>
          </a:p>
        </p:txBody>
      </p:sp>
      <p:sp>
        <p:nvSpPr>
          <p:cNvPr id="5" name="Slide Number Placeholder 4">
            <a:extLst>
              <a:ext uri="{FF2B5EF4-FFF2-40B4-BE49-F238E27FC236}">
                <a16:creationId xmlns:a16="http://schemas.microsoft.com/office/drawing/2014/main" id="{BF234425-1B9E-3F81-93A7-39A902E41764}"/>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190947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bg1"/>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8979546-8117-7386-41D7-A795798E3A36}"/>
              </a:ext>
            </a:extLst>
          </p:cNvPr>
          <p:cNvSpPr>
            <a:spLocks noGrp="1"/>
          </p:cNvSpPr>
          <p:nvPr>
            <p:ph type="title" hasCustomPrompt="1"/>
          </p:nvPr>
        </p:nvSpPr>
        <p:spPr>
          <a:xfrm>
            <a:off x="9067800" y="685800"/>
            <a:ext cx="2743200" cy="1828800"/>
          </a:xfrm>
        </p:spPr>
        <p:txBody>
          <a:bodyPr anchor="t"/>
          <a:lstStyle>
            <a:lvl1pPr>
              <a:defRPr/>
            </a:lvl1pPr>
          </a:lstStyle>
          <a:p>
            <a:r>
              <a:rPr lang="en-US" dirty="0"/>
              <a:t>Click to edit Master title style	</a:t>
            </a:r>
          </a:p>
        </p:txBody>
      </p:sp>
      <p:sp>
        <p:nvSpPr>
          <p:cNvPr id="24" name="Picture Placeholder 23">
            <a:extLst>
              <a:ext uri="{FF2B5EF4-FFF2-40B4-BE49-F238E27FC236}">
                <a16:creationId xmlns:a16="http://schemas.microsoft.com/office/drawing/2014/main" id="{ADE402D3-FE8F-0ECD-D3A6-9A5C54E0AB73}"/>
              </a:ext>
            </a:extLst>
          </p:cNvPr>
          <p:cNvSpPr>
            <a:spLocks noGrp="1"/>
          </p:cNvSpPr>
          <p:nvPr>
            <p:ph type="pic" sz="quarter" idx="15"/>
          </p:nvPr>
        </p:nvSpPr>
        <p:spPr>
          <a:xfrm>
            <a:off x="152401" y="152402"/>
            <a:ext cx="7772400" cy="6553199"/>
          </a:xfrm>
          <a:custGeom>
            <a:avLst/>
            <a:gdLst>
              <a:gd name="connsiteX0" fmla="*/ 349250 w 7772400"/>
              <a:gd name="connsiteY0" fmla="*/ 0 h 6553199"/>
              <a:gd name="connsiteX1" fmla="*/ 7423150 w 7772400"/>
              <a:gd name="connsiteY1" fmla="*/ 0 h 6553199"/>
              <a:gd name="connsiteX2" fmla="*/ 7772400 w 7772400"/>
              <a:gd name="connsiteY2" fmla="*/ 349250 h 6553199"/>
              <a:gd name="connsiteX3" fmla="*/ 7772400 w 7772400"/>
              <a:gd name="connsiteY3" fmla="*/ 6203949 h 6553199"/>
              <a:gd name="connsiteX4" fmla="*/ 7423150 w 7772400"/>
              <a:gd name="connsiteY4" fmla="*/ 6553199 h 6553199"/>
              <a:gd name="connsiteX5" fmla="*/ 4137374 w 7772400"/>
              <a:gd name="connsiteY5" fmla="*/ 6553199 h 6553199"/>
              <a:gd name="connsiteX6" fmla="*/ 3886200 w 7772400"/>
              <a:gd name="connsiteY6" fmla="*/ 6302025 h 6553199"/>
              <a:gd name="connsiteX7" fmla="*/ 3635026 w 7772400"/>
              <a:gd name="connsiteY7" fmla="*/ 6050851 h 6553199"/>
              <a:gd name="connsiteX8" fmla="*/ 349250 w 7772400"/>
              <a:gd name="connsiteY8" fmla="*/ 6050851 h 6553199"/>
              <a:gd name="connsiteX9" fmla="*/ 0 w 7772400"/>
              <a:gd name="connsiteY9" fmla="*/ 5701601 h 6553199"/>
              <a:gd name="connsiteX10" fmla="*/ 0 w 7772400"/>
              <a:gd name="connsiteY10" fmla="*/ 349249 h 6553199"/>
              <a:gd name="connsiteX11" fmla="*/ 349250 w 7772400"/>
              <a:gd name="connsiteY11" fmla="*/ 0 h 655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00" h="6553199">
                <a:moveTo>
                  <a:pt x="349250" y="0"/>
                </a:moveTo>
                <a:lnTo>
                  <a:pt x="7423150" y="0"/>
                </a:lnTo>
                <a:cubicBezTo>
                  <a:pt x="7616063" y="0"/>
                  <a:pt x="7772400" y="156364"/>
                  <a:pt x="7772400" y="349250"/>
                </a:cubicBezTo>
                <a:lnTo>
                  <a:pt x="7772400" y="6203949"/>
                </a:lnTo>
                <a:cubicBezTo>
                  <a:pt x="7772400" y="6396862"/>
                  <a:pt x="7616063" y="6553199"/>
                  <a:pt x="7423150" y="6553199"/>
                </a:cubicBezTo>
                <a:lnTo>
                  <a:pt x="4137374" y="6553199"/>
                </a:lnTo>
                <a:cubicBezTo>
                  <a:pt x="3998652" y="6553199"/>
                  <a:pt x="3886200" y="6440741"/>
                  <a:pt x="3886200" y="6302025"/>
                </a:cubicBezTo>
                <a:cubicBezTo>
                  <a:pt x="3886200" y="6163303"/>
                  <a:pt x="3773748" y="6050851"/>
                  <a:pt x="3635026" y="6050851"/>
                </a:cubicBezTo>
                <a:lnTo>
                  <a:pt x="349250" y="6050851"/>
                </a:lnTo>
                <a:cubicBezTo>
                  <a:pt x="156364" y="6050851"/>
                  <a:pt x="0" y="5894482"/>
                  <a:pt x="0" y="5701601"/>
                </a:cubicBezTo>
                <a:lnTo>
                  <a:pt x="0" y="349249"/>
                </a:lnTo>
                <a:cubicBezTo>
                  <a:pt x="0" y="156364"/>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3" name="Content Placeholder 2">
            <a:extLst>
              <a:ext uri="{FF2B5EF4-FFF2-40B4-BE49-F238E27FC236}">
                <a16:creationId xmlns:a16="http://schemas.microsoft.com/office/drawing/2014/main" id="{9ED79679-AD22-F26A-8C14-FBF02529B911}"/>
              </a:ext>
            </a:extLst>
          </p:cNvPr>
          <p:cNvSpPr>
            <a:spLocks noGrp="1"/>
          </p:cNvSpPr>
          <p:nvPr>
            <p:ph sz="quarter" idx="19"/>
          </p:nvPr>
        </p:nvSpPr>
        <p:spPr>
          <a:xfrm>
            <a:off x="9067800" y="2697163"/>
            <a:ext cx="2736850" cy="265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Footer Placeholder 25">
            <a:extLst>
              <a:ext uri="{FF2B5EF4-FFF2-40B4-BE49-F238E27FC236}">
                <a16:creationId xmlns:a16="http://schemas.microsoft.com/office/drawing/2014/main" id="{A481F4D9-6FA4-7B89-81A9-C9BB5487665A}"/>
              </a:ext>
            </a:extLst>
          </p:cNvPr>
          <p:cNvSpPr>
            <a:spLocks noGrp="1"/>
          </p:cNvSpPr>
          <p:nvPr>
            <p:ph type="ftr" sz="quarter" idx="17"/>
          </p:nvPr>
        </p:nvSpPr>
        <p:spPr/>
        <p:txBody>
          <a:bodyPr/>
          <a:lstStyle/>
          <a:p>
            <a:r>
              <a:rPr lang="en-US"/>
              <a:t>Sample Footer Text</a:t>
            </a:r>
          </a:p>
        </p:txBody>
      </p:sp>
      <p:sp>
        <p:nvSpPr>
          <p:cNvPr id="25" name="Date Placeholder 24">
            <a:extLst>
              <a:ext uri="{FF2B5EF4-FFF2-40B4-BE49-F238E27FC236}">
                <a16:creationId xmlns:a16="http://schemas.microsoft.com/office/drawing/2014/main" id="{7BD407AA-757D-81E0-5656-C5362BA1A851}"/>
              </a:ext>
            </a:extLst>
          </p:cNvPr>
          <p:cNvSpPr>
            <a:spLocks noGrp="1"/>
          </p:cNvSpPr>
          <p:nvPr>
            <p:ph type="dt" sz="half" idx="16"/>
          </p:nvPr>
        </p:nvSpPr>
        <p:spPr/>
        <p:txBody>
          <a:bodyPr/>
          <a:lstStyle/>
          <a:p>
            <a:fld id="{B5FC2305-971C-BE4F-9A36-18A81034BC3D}" type="datetime1">
              <a:rPr lang="en-US" smtClean="0"/>
              <a:t>12/20/2025</a:t>
            </a:fld>
            <a:endParaRPr lang="en-US"/>
          </a:p>
        </p:txBody>
      </p:sp>
      <p:sp>
        <p:nvSpPr>
          <p:cNvPr id="27" name="Slide Number Placeholder 26">
            <a:extLst>
              <a:ext uri="{FF2B5EF4-FFF2-40B4-BE49-F238E27FC236}">
                <a16:creationId xmlns:a16="http://schemas.microsoft.com/office/drawing/2014/main" id="{279DE387-22FA-A62E-884D-B1091CE2556B}"/>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443800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bg1"/>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87790CD-F333-C0F1-5656-69C089583951}"/>
              </a:ext>
            </a:extLst>
          </p:cNvPr>
          <p:cNvSpPr>
            <a:spLocks noGrp="1"/>
          </p:cNvSpPr>
          <p:nvPr>
            <p:ph type="title"/>
          </p:nvPr>
        </p:nvSpPr>
        <p:spPr>
          <a:xfrm>
            <a:off x="381000" y="685800"/>
            <a:ext cx="2743200" cy="1828800"/>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FD4E3168-BE46-DD0E-A208-64B0FE6A35EF}"/>
              </a:ext>
            </a:extLst>
          </p:cNvPr>
          <p:cNvSpPr>
            <a:spLocks noGrp="1"/>
          </p:cNvSpPr>
          <p:nvPr>
            <p:ph sz="quarter" idx="19"/>
          </p:nvPr>
        </p:nvSpPr>
        <p:spPr>
          <a:xfrm>
            <a:off x="381000" y="2697163"/>
            <a:ext cx="2743200" cy="265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a:extLst>
              <a:ext uri="{FF2B5EF4-FFF2-40B4-BE49-F238E27FC236}">
                <a16:creationId xmlns:a16="http://schemas.microsoft.com/office/drawing/2014/main" id="{FCF3E2CD-E4FF-604F-C779-35D98A0D9C67}"/>
              </a:ext>
            </a:extLst>
          </p:cNvPr>
          <p:cNvSpPr>
            <a:spLocks noGrp="1"/>
          </p:cNvSpPr>
          <p:nvPr>
            <p:ph type="pic" sz="quarter" idx="15"/>
          </p:nvPr>
        </p:nvSpPr>
        <p:spPr>
          <a:xfrm>
            <a:off x="4267169" y="152402"/>
            <a:ext cx="7772400" cy="6553199"/>
          </a:xfrm>
          <a:custGeom>
            <a:avLst/>
            <a:gdLst>
              <a:gd name="connsiteX0" fmla="*/ 349250 w 7772400"/>
              <a:gd name="connsiteY0" fmla="*/ 0 h 6553199"/>
              <a:gd name="connsiteX1" fmla="*/ 7423150 w 7772400"/>
              <a:gd name="connsiteY1" fmla="*/ 0 h 6553199"/>
              <a:gd name="connsiteX2" fmla="*/ 7772400 w 7772400"/>
              <a:gd name="connsiteY2" fmla="*/ 349249 h 6553199"/>
              <a:gd name="connsiteX3" fmla="*/ 7772400 w 7772400"/>
              <a:gd name="connsiteY3" fmla="*/ 5701601 h 6553199"/>
              <a:gd name="connsiteX4" fmla="*/ 7423150 w 7772400"/>
              <a:gd name="connsiteY4" fmla="*/ 6050851 h 6553199"/>
              <a:gd name="connsiteX5" fmla="*/ 4137374 w 7772400"/>
              <a:gd name="connsiteY5" fmla="*/ 6050851 h 6553199"/>
              <a:gd name="connsiteX6" fmla="*/ 3886200 w 7772400"/>
              <a:gd name="connsiteY6" fmla="*/ 6302025 h 6553199"/>
              <a:gd name="connsiteX7" fmla="*/ 3635026 w 7772400"/>
              <a:gd name="connsiteY7" fmla="*/ 6553199 h 6553199"/>
              <a:gd name="connsiteX8" fmla="*/ 349250 w 7772400"/>
              <a:gd name="connsiteY8" fmla="*/ 6553199 h 6553199"/>
              <a:gd name="connsiteX9" fmla="*/ 0 w 7772400"/>
              <a:gd name="connsiteY9" fmla="*/ 6203949 h 6553199"/>
              <a:gd name="connsiteX10" fmla="*/ 0 w 7772400"/>
              <a:gd name="connsiteY10" fmla="*/ 349250 h 6553199"/>
              <a:gd name="connsiteX11" fmla="*/ 349250 w 7772400"/>
              <a:gd name="connsiteY11" fmla="*/ 0 h 655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00" h="6553199">
                <a:moveTo>
                  <a:pt x="349250" y="0"/>
                </a:moveTo>
                <a:lnTo>
                  <a:pt x="7423150" y="0"/>
                </a:lnTo>
                <a:cubicBezTo>
                  <a:pt x="7616036" y="0"/>
                  <a:pt x="7772400" y="156364"/>
                  <a:pt x="7772400" y="349249"/>
                </a:cubicBezTo>
                <a:lnTo>
                  <a:pt x="7772400" y="5701601"/>
                </a:lnTo>
                <a:cubicBezTo>
                  <a:pt x="7772400" y="5894482"/>
                  <a:pt x="7616036" y="6050851"/>
                  <a:pt x="7423150" y="6050851"/>
                </a:cubicBezTo>
                <a:lnTo>
                  <a:pt x="4137374" y="6050851"/>
                </a:lnTo>
                <a:cubicBezTo>
                  <a:pt x="3998652" y="6050851"/>
                  <a:pt x="3886200" y="6163303"/>
                  <a:pt x="3886200" y="6302025"/>
                </a:cubicBezTo>
                <a:cubicBezTo>
                  <a:pt x="3886200" y="6440741"/>
                  <a:pt x="3773748" y="6553199"/>
                  <a:pt x="3635026" y="6553199"/>
                </a:cubicBezTo>
                <a:lnTo>
                  <a:pt x="349250" y="6553199"/>
                </a:lnTo>
                <a:cubicBezTo>
                  <a:pt x="156337" y="6553199"/>
                  <a:pt x="0" y="6396862"/>
                  <a:pt x="0" y="6203949"/>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p>
            <a:endParaRPr lang="en-US"/>
          </a:p>
        </p:txBody>
      </p:sp>
      <p:sp>
        <p:nvSpPr>
          <p:cNvPr id="20" name="Footer Placeholder 19">
            <a:extLst>
              <a:ext uri="{FF2B5EF4-FFF2-40B4-BE49-F238E27FC236}">
                <a16:creationId xmlns:a16="http://schemas.microsoft.com/office/drawing/2014/main" id="{9C7A36CE-789D-54A7-FBA5-A7874CD124FF}"/>
              </a:ext>
            </a:extLst>
          </p:cNvPr>
          <p:cNvSpPr>
            <a:spLocks noGrp="1"/>
          </p:cNvSpPr>
          <p:nvPr>
            <p:ph type="ftr" sz="quarter" idx="17"/>
          </p:nvPr>
        </p:nvSpPr>
        <p:spPr/>
        <p:txBody>
          <a:bodyPr/>
          <a:lstStyle/>
          <a:p>
            <a:r>
              <a:rPr lang="en-US"/>
              <a:t>Sample Footer Text</a:t>
            </a:r>
          </a:p>
        </p:txBody>
      </p:sp>
      <p:sp>
        <p:nvSpPr>
          <p:cNvPr id="19" name="Date Placeholder 18">
            <a:extLst>
              <a:ext uri="{FF2B5EF4-FFF2-40B4-BE49-F238E27FC236}">
                <a16:creationId xmlns:a16="http://schemas.microsoft.com/office/drawing/2014/main" id="{32C91AF8-BAF4-9A6D-74C4-A3C09EED59CE}"/>
              </a:ext>
            </a:extLst>
          </p:cNvPr>
          <p:cNvSpPr>
            <a:spLocks noGrp="1"/>
          </p:cNvSpPr>
          <p:nvPr>
            <p:ph type="dt" sz="half" idx="16"/>
          </p:nvPr>
        </p:nvSpPr>
        <p:spPr/>
        <p:txBody>
          <a:bodyPr/>
          <a:lstStyle/>
          <a:p>
            <a:fld id="{6FAC4171-8BCA-1740-A615-A2F6C531D1D6}" type="datetime1">
              <a:rPr lang="en-US" smtClean="0"/>
              <a:t>12/20/2025</a:t>
            </a:fld>
            <a:endParaRPr lang="en-US"/>
          </a:p>
        </p:txBody>
      </p:sp>
      <p:sp>
        <p:nvSpPr>
          <p:cNvPr id="21" name="Slide Number Placeholder 20">
            <a:extLst>
              <a:ext uri="{FF2B5EF4-FFF2-40B4-BE49-F238E27FC236}">
                <a16:creationId xmlns:a16="http://schemas.microsoft.com/office/drawing/2014/main" id="{0BCA39C5-9F64-B755-BEB5-B84576E593BB}"/>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640094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6123794-32E7-D1A7-A06F-935705E38644}"/>
              </a:ext>
            </a:extLst>
          </p:cNvPr>
          <p:cNvSpPr>
            <a:spLocks noGrp="1"/>
          </p:cNvSpPr>
          <p:nvPr>
            <p:ph type="title"/>
          </p:nvPr>
        </p:nvSpPr>
        <p:spPr>
          <a:xfrm>
            <a:off x="381000" y="4380186"/>
            <a:ext cx="2743200" cy="1792014"/>
          </a:xfrm>
        </p:spPr>
        <p:txBody>
          <a:bodyPr anchor="t">
            <a:normAutofit/>
          </a:bodyPr>
          <a:lstStyle>
            <a:lvl1pPr>
              <a:defRPr sz="3000"/>
            </a:lvl1pPr>
          </a:lstStyle>
          <a:p>
            <a:r>
              <a:rPr lang="en-US" dirty="0"/>
              <a:t>Click to edit Master title style</a:t>
            </a:r>
          </a:p>
        </p:txBody>
      </p:sp>
      <p:sp>
        <p:nvSpPr>
          <p:cNvPr id="13" name="Picture Placeholder 12">
            <a:extLst>
              <a:ext uri="{FF2B5EF4-FFF2-40B4-BE49-F238E27FC236}">
                <a16:creationId xmlns:a16="http://schemas.microsoft.com/office/drawing/2014/main" id="{B0404783-A1B8-D809-2811-6EB9AA4C8076}"/>
              </a:ext>
            </a:extLst>
          </p:cNvPr>
          <p:cNvSpPr>
            <a:spLocks noGrp="1"/>
          </p:cNvSpPr>
          <p:nvPr>
            <p:ph type="pic" sz="quarter" idx="19"/>
          </p:nvPr>
        </p:nvSpPr>
        <p:spPr>
          <a:xfrm>
            <a:off x="152400" y="152400"/>
            <a:ext cx="11887200" cy="4188118"/>
          </a:xfrm>
          <a:custGeom>
            <a:avLst/>
            <a:gdLst>
              <a:gd name="connsiteX0" fmla="*/ 283883 w 11887200"/>
              <a:gd name="connsiteY0" fmla="*/ 0 h 4188118"/>
              <a:gd name="connsiteX1" fmla="*/ 11603325 w 11887200"/>
              <a:gd name="connsiteY1" fmla="*/ 0 h 4188118"/>
              <a:gd name="connsiteX2" fmla="*/ 11608344 w 11887200"/>
              <a:gd name="connsiteY2" fmla="*/ 505 h 4188118"/>
              <a:gd name="connsiteX3" fmla="*/ 11887200 w 11887200"/>
              <a:gd name="connsiteY3" fmla="*/ 342315 h 4188118"/>
              <a:gd name="connsiteX4" fmla="*/ 11887200 w 11887200"/>
              <a:gd name="connsiteY4" fmla="*/ 3839220 h 4188118"/>
              <a:gd name="connsiteX5" fmla="*/ 11537950 w 11887200"/>
              <a:gd name="connsiteY5" fmla="*/ 4188118 h 4188118"/>
              <a:gd name="connsiteX6" fmla="*/ 3733800 w 11887200"/>
              <a:gd name="connsiteY6" fmla="*/ 4188118 h 4188118"/>
              <a:gd name="connsiteX7" fmla="*/ 3462878 w 11887200"/>
              <a:gd name="connsiteY7" fmla="*/ 3917468 h 4188118"/>
              <a:gd name="connsiteX8" fmla="*/ 3191955 w 11887200"/>
              <a:gd name="connsiteY8" fmla="*/ 3646818 h 4188118"/>
              <a:gd name="connsiteX9" fmla="*/ 349250 w 11887200"/>
              <a:gd name="connsiteY9" fmla="*/ 3646818 h 4188118"/>
              <a:gd name="connsiteX10" fmla="*/ 0 w 11887200"/>
              <a:gd name="connsiteY10" fmla="*/ 3297920 h 4188118"/>
              <a:gd name="connsiteX11" fmla="*/ 0 w 11887200"/>
              <a:gd name="connsiteY11" fmla="*/ 342316 h 4188118"/>
              <a:gd name="connsiteX12" fmla="*/ 278864 w 11887200"/>
              <a:gd name="connsiteY12" fmla="*/ 505 h 418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7200" h="4188118">
                <a:moveTo>
                  <a:pt x="283883" y="0"/>
                </a:moveTo>
                <a:lnTo>
                  <a:pt x="11603325" y="0"/>
                </a:lnTo>
                <a:lnTo>
                  <a:pt x="11608344" y="505"/>
                </a:lnTo>
                <a:cubicBezTo>
                  <a:pt x="11767505" y="33039"/>
                  <a:pt x="11887200" y="173710"/>
                  <a:pt x="11887200" y="342315"/>
                </a:cubicBezTo>
                <a:lnTo>
                  <a:pt x="11887200" y="3839220"/>
                </a:lnTo>
                <a:cubicBezTo>
                  <a:pt x="11887200" y="4031913"/>
                  <a:pt x="11730863" y="4188118"/>
                  <a:pt x="11537950" y="4188118"/>
                </a:cubicBezTo>
                <a:lnTo>
                  <a:pt x="3733800" y="4188118"/>
                </a:lnTo>
                <a:cubicBezTo>
                  <a:pt x="3584175" y="4188118"/>
                  <a:pt x="3462878" y="4066942"/>
                  <a:pt x="3462878" y="3917468"/>
                </a:cubicBezTo>
                <a:cubicBezTo>
                  <a:pt x="3462878" y="3767994"/>
                  <a:pt x="3341579" y="3646818"/>
                  <a:pt x="3191955" y="3646818"/>
                </a:cubicBezTo>
                <a:lnTo>
                  <a:pt x="349250" y="3646818"/>
                </a:lnTo>
                <a:cubicBezTo>
                  <a:pt x="156365" y="3646818"/>
                  <a:pt x="0" y="3490613"/>
                  <a:pt x="0" y="3297920"/>
                </a:cubicBezTo>
                <a:lnTo>
                  <a:pt x="0" y="342316"/>
                </a:lnTo>
                <a:cubicBezTo>
                  <a:pt x="0" y="173711"/>
                  <a:pt x="119716" y="33039"/>
                  <a:pt x="278864" y="505"/>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46B89886-D0B7-2E42-CC85-382090FCE24B}"/>
              </a:ext>
            </a:extLst>
          </p:cNvPr>
          <p:cNvSpPr>
            <a:spLocks noGrp="1"/>
          </p:cNvSpPr>
          <p:nvPr>
            <p:ph sz="quarter" idx="14"/>
          </p:nvPr>
        </p:nvSpPr>
        <p:spPr>
          <a:xfrm>
            <a:off x="4038600" y="4800601"/>
            <a:ext cx="7772400" cy="1371600"/>
          </a:xfrm>
        </p:spPr>
        <p:txBody>
          <a:bodyPr vert="horz" lIns="91440" tIns="45720" rIns="91440" bIns="45720" rtlCol="0" anchor="ctr">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0D96629-7636-13CD-DDAE-3FAF9A84C04C}"/>
              </a:ext>
            </a:extLst>
          </p:cNvPr>
          <p:cNvSpPr>
            <a:spLocks noGrp="1"/>
          </p:cNvSpPr>
          <p:nvPr>
            <p:ph type="ftr" sz="quarter" idx="17"/>
          </p:nvPr>
        </p:nvSpPr>
        <p:spPr/>
        <p:txBody>
          <a:bodyPr/>
          <a:lstStyle/>
          <a:p>
            <a:r>
              <a:rPr lang="en-US"/>
              <a:t>Sample Footer Text</a:t>
            </a:r>
          </a:p>
        </p:txBody>
      </p:sp>
      <p:sp>
        <p:nvSpPr>
          <p:cNvPr id="2" name="Date Placeholder 1">
            <a:extLst>
              <a:ext uri="{FF2B5EF4-FFF2-40B4-BE49-F238E27FC236}">
                <a16:creationId xmlns:a16="http://schemas.microsoft.com/office/drawing/2014/main" id="{BBC96C14-DFFB-28AC-C7C2-F4CA75ED220F}"/>
              </a:ext>
            </a:extLst>
          </p:cNvPr>
          <p:cNvSpPr>
            <a:spLocks noGrp="1"/>
          </p:cNvSpPr>
          <p:nvPr>
            <p:ph type="dt" sz="half" idx="16"/>
          </p:nvPr>
        </p:nvSpPr>
        <p:spPr/>
        <p:txBody>
          <a:bodyPr/>
          <a:lstStyle/>
          <a:p>
            <a:fld id="{C5987AE8-F78F-CC42-9328-6043D017DE32}" type="datetime1">
              <a:rPr lang="en-US" smtClean="0"/>
              <a:t>12/20/2025</a:t>
            </a:fld>
            <a:endParaRPr lang="en-US"/>
          </a:p>
        </p:txBody>
      </p:sp>
      <p:sp>
        <p:nvSpPr>
          <p:cNvPr id="5" name="Slide Number Placeholder 4">
            <a:extLst>
              <a:ext uri="{FF2B5EF4-FFF2-40B4-BE49-F238E27FC236}">
                <a16:creationId xmlns:a16="http://schemas.microsoft.com/office/drawing/2014/main" id="{D8267B94-172F-C06B-ACF0-7E24490AD41F}"/>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932469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676C2-CD03-E417-CB93-800D63E65DEC}"/>
              </a:ext>
            </a:extLst>
          </p:cNvPr>
          <p:cNvSpPr>
            <a:spLocks noGrp="1"/>
          </p:cNvSpPr>
          <p:nvPr>
            <p:ph type="title"/>
          </p:nvPr>
        </p:nvSpPr>
        <p:spPr>
          <a:xfrm>
            <a:off x="8153400" y="687787"/>
            <a:ext cx="3643802" cy="1479477"/>
          </a:xfrm>
        </p:spPr>
        <p:txBody>
          <a:bodyPr anchor="t">
            <a:normAutofit/>
          </a:bodyPr>
          <a:lstStyle>
            <a:lvl1pPr>
              <a:defRPr sz="3000"/>
            </a:lvl1pPr>
          </a:lstStyle>
          <a:p>
            <a:r>
              <a:rPr lang="en-US"/>
              <a:t>Click to edit Master title style</a:t>
            </a:r>
          </a:p>
        </p:txBody>
      </p:sp>
      <p:sp>
        <p:nvSpPr>
          <p:cNvPr id="17" name="Picture Placeholder 16">
            <a:extLst>
              <a:ext uri="{FF2B5EF4-FFF2-40B4-BE49-F238E27FC236}">
                <a16:creationId xmlns:a16="http://schemas.microsoft.com/office/drawing/2014/main" id="{4F55C32B-C162-62A9-B41A-495DC7FAC90D}"/>
              </a:ext>
            </a:extLst>
          </p:cNvPr>
          <p:cNvSpPr>
            <a:spLocks noGrp="1"/>
          </p:cNvSpPr>
          <p:nvPr>
            <p:ph type="pic" sz="quarter" idx="15"/>
          </p:nvPr>
        </p:nvSpPr>
        <p:spPr>
          <a:xfrm>
            <a:off x="152400" y="152909"/>
            <a:ext cx="6858000" cy="6552184"/>
          </a:xfrm>
          <a:custGeom>
            <a:avLst/>
            <a:gdLst>
              <a:gd name="connsiteX0" fmla="*/ 349250 w 6858000"/>
              <a:gd name="connsiteY0" fmla="*/ 0 h 6552184"/>
              <a:gd name="connsiteX1" fmla="*/ 6508751 w 6858000"/>
              <a:gd name="connsiteY1" fmla="*/ 0 h 6552184"/>
              <a:gd name="connsiteX2" fmla="*/ 6850907 w 6858000"/>
              <a:gd name="connsiteY2" fmla="*/ 278864 h 6552184"/>
              <a:gd name="connsiteX3" fmla="*/ 6858000 w 6858000"/>
              <a:gd name="connsiteY3" fmla="*/ 349240 h 6552184"/>
              <a:gd name="connsiteX4" fmla="*/ 6858000 w 6858000"/>
              <a:gd name="connsiteY4" fmla="*/ 6202932 h 6552184"/>
              <a:gd name="connsiteX5" fmla="*/ 6850907 w 6858000"/>
              <a:gd name="connsiteY5" fmla="*/ 6273302 h 6552184"/>
              <a:gd name="connsiteX6" fmla="*/ 6508751 w 6858000"/>
              <a:gd name="connsiteY6" fmla="*/ 6552184 h 6552184"/>
              <a:gd name="connsiteX7" fmla="*/ 3679661 w 6858000"/>
              <a:gd name="connsiteY7" fmla="*/ 6552184 h 6552184"/>
              <a:gd name="connsiteX8" fmla="*/ 3429001 w 6858000"/>
              <a:gd name="connsiteY8" fmla="*/ 6301512 h 6552184"/>
              <a:gd name="connsiteX9" fmla="*/ 3178341 w 6858000"/>
              <a:gd name="connsiteY9" fmla="*/ 6050852 h 6552184"/>
              <a:gd name="connsiteX10" fmla="*/ 349250 w 6858000"/>
              <a:gd name="connsiteY10" fmla="*/ 6050852 h 6552184"/>
              <a:gd name="connsiteX11" fmla="*/ 0 w 6858000"/>
              <a:gd name="connsiteY11" fmla="*/ 5701602 h 6552184"/>
              <a:gd name="connsiteX12" fmla="*/ 0 w 6858000"/>
              <a:gd name="connsiteY12" fmla="*/ 349249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50" y="0"/>
                  <a:pt x="6818346" y="119716"/>
                  <a:pt x="6850907" y="278864"/>
                </a:cubicBezTo>
                <a:lnTo>
                  <a:pt x="6858000" y="349240"/>
                </a:lnTo>
                <a:lnTo>
                  <a:pt x="6858000" y="6202932"/>
                </a:lnTo>
                <a:lnTo>
                  <a:pt x="6850907" y="6273302"/>
                </a:lnTo>
                <a:cubicBezTo>
                  <a:pt x="6818346" y="6432441"/>
                  <a:pt x="6677550" y="6552184"/>
                  <a:pt x="6508751" y="6552184"/>
                </a:cubicBezTo>
                <a:lnTo>
                  <a:pt x="3679661" y="6552184"/>
                </a:lnTo>
                <a:cubicBezTo>
                  <a:pt x="3541224" y="6552184"/>
                  <a:pt x="3429001" y="6439916"/>
                  <a:pt x="3429001" y="6301512"/>
                </a:cubicBezTo>
                <a:cubicBezTo>
                  <a:pt x="3429001" y="6163075"/>
                  <a:pt x="3316777" y="6050852"/>
                  <a:pt x="3178341" y="6050852"/>
                </a:cubicBezTo>
                <a:lnTo>
                  <a:pt x="349250" y="6050852"/>
                </a:lnTo>
                <a:cubicBezTo>
                  <a:pt x="156365" y="6050852"/>
                  <a:pt x="0" y="5894483"/>
                  <a:pt x="0" y="5701602"/>
                </a:cubicBezTo>
                <a:lnTo>
                  <a:pt x="0" y="349249"/>
                </a:lnTo>
                <a:cubicBezTo>
                  <a:pt x="0" y="156364"/>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4" name="Content Placeholder 7">
            <a:extLst>
              <a:ext uri="{FF2B5EF4-FFF2-40B4-BE49-F238E27FC236}">
                <a16:creationId xmlns:a16="http://schemas.microsoft.com/office/drawing/2014/main" id="{2FA71202-73E3-EC77-A329-87C79A8076ED}"/>
              </a:ext>
            </a:extLst>
          </p:cNvPr>
          <p:cNvSpPr>
            <a:spLocks noGrp="1"/>
          </p:cNvSpPr>
          <p:nvPr>
            <p:ph sz="quarter" idx="14"/>
          </p:nvPr>
        </p:nvSpPr>
        <p:spPr>
          <a:xfrm>
            <a:off x="8153524" y="2315569"/>
            <a:ext cx="3657600" cy="339943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Footer Placeholder 18">
            <a:extLst>
              <a:ext uri="{FF2B5EF4-FFF2-40B4-BE49-F238E27FC236}">
                <a16:creationId xmlns:a16="http://schemas.microsoft.com/office/drawing/2014/main" id="{71FBFF96-90E9-F38D-7DE9-B0F3618F7E2D}"/>
              </a:ext>
            </a:extLst>
          </p:cNvPr>
          <p:cNvSpPr>
            <a:spLocks noGrp="1"/>
          </p:cNvSpPr>
          <p:nvPr>
            <p:ph type="ftr" sz="quarter" idx="17"/>
          </p:nvPr>
        </p:nvSpPr>
        <p:spPr/>
        <p:txBody>
          <a:bodyPr/>
          <a:lstStyle/>
          <a:p>
            <a:r>
              <a:rPr lang="en-US"/>
              <a:t>Sample Footer Text</a:t>
            </a:r>
          </a:p>
        </p:txBody>
      </p:sp>
      <p:sp>
        <p:nvSpPr>
          <p:cNvPr id="18" name="Date Placeholder 17">
            <a:extLst>
              <a:ext uri="{FF2B5EF4-FFF2-40B4-BE49-F238E27FC236}">
                <a16:creationId xmlns:a16="http://schemas.microsoft.com/office/drawing/2014/main" id="{2F86AE26-3DEB-A585-586A-3E96D1C9222C}"/>
              </a:ext>
            </a:extLst>
          </p:cNvPr>
          <p:cNvSpPr>
            <a:spLocks noGrp="1"/>
          </p:cNvSpPr>
          <p:nvPr>
            <p:ph type="dt" sz="half" idx="16"/>
          </p:nvPr>
        </p:nvSpPr>
        <p:spPr/>
        <p:txBody>
          <a:bodyPr/>
          <a:lstStyle/>
          <a:p>
            <a:fld id="{649CB69A-2A75-F048-B0D8-F5328E5C18F8}" type="datetime1">
              <a:rPr lang="en-US" smtClean="0"/>
              <a:t>12/20/2025</a:t>
            </a:fld>
            <a:endParaRPr lang="en-US"/>
          </a:p>
        </p:txBody>
      </p:sp>
      <p:sp>
        <p:nvSpPr>
          <p:cNvPr id="20" name="Slide Number Placeholder 19">
            <a:extLst>
              <a:ext uri="{FF2B5EF4-FFF2-40B4-BE49-F238E27FC236}">
                <a16:creationId xmlns:a16="http://schemas.microsoft.com/office/drawing/2014/main" id="{61023988-9ADD-CF63-46AD-822C53C8584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574191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B89B3-4BC0-8CBA-6C8C-DB3E149D9163}"/>
              </a:ext>
            </a:extLst>
          </p:cNvPr>
          <p:cNvSpPr>
            <a:spLocks noGrp="1"/>
          </p:cNvSpPr>
          <p:nvPr>
            <p:ph type="title"/>
          </p:nvPr>
        </p:nvSpPr>
        <p:spPr>
          <a:xfrm>
            <a:off x="381000" y="687787"/>
            <a:ext cx="3657600" cy="1479477"/>
          </a:xfrm>
        </p:spPr>
        <p:txBody>
          <a:bodyPr anchor="t">
            <a:normAutofit/>
          </a:bodyPr>
          <a:lstStyle>
            <a:lvl1pPr>
              <a:defRPr sz="3000"/>
            </a:lvl1pPr>
          </a:lstStyle>
          <a:p>
            <a:r>
              <a:rPr lang="en-US"/>
              <a:t>Click to edit Master title style</a:t>
            </a:r>
          </a:p>
        </p:txBody>
      </p:sp>
      <p:sp>
        <p:nvSpPr>
          <p:cNvPr id="4" name="Content Placeholder 7">
            <a:extLst>
              <a:ext uri="{FF2B5EF4-FFF2-40B4-BE49-F238E27FC236}">
                <a16:creationId xmlns:a16="http://schemas.microsoft.com/office/drawing/2014/main" id="{93D7441D-47D4-6327-58AD-E2323761EF43}"/>
              </a:ext>
            </a:extLst>
          </p:cNvPr>
          <p:cNvSpPr>
            <a:spLocks noGrp="1"/>
          </p:cNvSpPr>
          <p:nvPr>
            <p:ph sz="quarter" idx="14"/>
          </p:nvPr>
        </p:nvSpPr>
        <p:spPr>
          <a:xfrm>
            <a:off x="381124" y="2315569"/>
            <a:ext cx="3657600" cy="339943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BB15437-61C3-B4EF-E477-7EC4FFB3A231}"/>
              </a:ext>
            </a:extLst>
          </p:cNvPr>
          <p:cNvSpPr>
            <a:spLocks noGrp="1"/>
          </p:cNvSpPr>
          <p:nvPr>
            <p:ph type="pic" sz="quarter" idx="15"/>
          </p:nvPr>
        </p:nvSpPr>
        <p:spPr>
          <a:xfrm>
            <a:off x="5167745" y="153416"/>
            <a:ext cx="6858000" cy="6552184"/>
          </a:xfrm>
          <a:custGeom>
            <a:avLst/>
            <a:gdLst>
              <a:gd name="connsiteX0" fmla="*/ 349250 w 6858000"/>
              <a:gd name="connsiteY0" fmla="*/ 0 h 6552184"/>
              <a:gd name="connsiteX1" fmla="*/ 6508751 w 6858000"/>
              <a:gd name="connsiteY1" fmla="*/ 0 h 6552184"/>
              <a:gd name="connsiteX2" fmla="*/ 6850905 w 6858000"/>
              <a:gd name="connsiteY2" fmla="*/ 278863 h 6552184"/>
              <a:gd name="connsiteX3" fmla="*/ 6858000 w 6858000"/>
              <a:gd name="connsiteY3" fmla="*/ 349239 h 6552184"/>
              <a:gd name="connsiteX4" fmla="*/ 6858000 w 6858000"/>
              <a:gd name="connsiteY4" fmla="*/ 5701612 h 6552184"/>
              <a:gd name="connsiteX5" fmla="*/ 6850905 w 6858000"/>
              <a:gd name="connsiteY5" fmla="*/ 5771987 h 6552184"/>
              <a:gd name="connsiteX6" fmla="*/ 6508751 w 6858000"/>
              <a:gd name="connsiteY6" fmla="*/ 6050852 h 6552184"/>
              <a:gd name="connsiteX7" fmla="*/ 3679660 w 6858000"/>
              <a:gd name="connsiteY7" fmla="*/ 6050852 h 6552184"/>
              <a:gd name="connsiteX8" fmla="*/ 3429000 w 6858000"/>
              <a:gd name="connsiteY8" fmla="*/ 6301512 h 6552184"/>
              <a:gd name="connsiteX9" fmla="*/ 3178340 w 6858000"/>
              <a:gd name="connsiteY9" fmla="*/ 6552184 h 6552184"/>
              <a:gd name="connsiteX10" fmla="*/ 349250 w 6858000"/>
              <a:gd name="connsiteY10" fmla="*/ 6552184 h 6552184"/>
              <a:gd name="connsiteX11" fmla="*/ 0 w 6858000"/>
              <a:gd name="connsiteY11" fmla="*/ 6202922 h 6552184"/>
              <a:gd name="connsiteX12" fmla="*/ 0 w 6858000"/>
              <a:gd name="connsiteY12" fmla="*/ 349250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26" y="0"/>
                  <a:pt x="6818339" y="119716"/>
                  <a:pt x="6850905" y="278863"/>
                </a:cubicBezTo>
                <a:lnTo>
                  <a:pt x="6858000" y="349239"/>
                </a:lnTo>
                <a:lnTo>
                  <a:pt x="6858000" y="5701612"/>
                </a:lnTo>
                <a:lnTo>
                  <a:pt x="6850905" y="5771987"/>
                </a:lnTo>
                <a:cubicBezTo>
                  <a:pt x="6818339" y="5931132"/>
                  <a:pt x="6677525" y="6050852"/>
                  <a:pt x="6508751" y="6050852"/>
                </a:cubicBezTo>
                <a:lnTo>
                  <a:pt x="3679660" y="6050852"/>
                </a:lnTo>
                <a:cubicBezTo>
                  <a:pt x="3541224" y="6050852"/>
                  <a:pt x="3429000" y="6163075"/>
                  <a:pt x="3429000" y="6301512"/>
                </a:cubicBezTo>
                <a:cubicBezTo>
                  <a:pt x="3429000" y="6439916"/>
                  <a:pt x="3316777" y="6552184"/>
                  <a:pt x="3178340" y="6552184"/>
                </a:cubicBezTo>
                <a:lnTo>
                  <a:pt x="349250" y="6552184"/>
                </a:lnTo>
                <a:cubicBezTo>
                  <a:pt x="156337" y="6552184"/>
                  <a:pt x="0" y="6395784"/>
                  <a:pt x="0" y="6202922"/>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p>
            <a:endParaRPr lang="en-US"/>
          </a:p>
        </p:txBody>
      </p:sp>
      <p:sp>
        <p:nvSpPr>
          <p:cNvPr id="15" name="Footer Placeholder 14">
            <a:extLst>
              <a:ext uri="{FF2B5EF4-FFF2-40B4-BE49-F238E27FC236}">
                <a16:creationId xmlns:a16="http://schemas.microsoft.com/office/drawing/2014/main" id="{7FE5C307-6369-CF58-0A50-89212DFBD1CB}"/>
              </a:ext>
            </a:extLst>
          </p:cNvPr>
          <p:cNvSpPr>
            <a:spLocks noGrp="1"/>
          </p:cNvSpPr>
          <p:nvPr>
            <p:ph type="ftr" sz="quarter" idx="17"/>
          </p:nvPr>
        </p:nvSpPr>
        <p:spPr/>
        <p:txBody>
          <a:bodyPr/>
          <a:lstStyle/>
          <a:p>
            <a:r>
              <a:rPr lang="en-US"/>
              <a:t>Sample Footer Text</a:t>
            </a:r>
          </a:p>
        </p:txBody>
      </p:sp>
      <p:sp>
        <p:nvSpPr>
          <p:cNvPr id="14" name="Date Placeholder 13">
            <a:extLst>
              <a:ext uri="{FF2B5EF4-FFF2-40B4-BE49-F238E27FC236}">
                <a16:creationId xmlns:a16="http://schemas.microsoft.com/office/drawing/2014/main" id="{7EC422F6-7257-B0F1-4018-B56FEDC412E4}"/>
              </a:ext>
            </a:extLst>
          </p:cNvPr>
          <p:cNvSpPr>
            <a:spLocks noGrp="1"/>
          </p:cNvSpPr>
          <p:nvPr>
            <p:ph type="dt" sz="half" idx="16"/>
          </p:nvPr>
        </p:nvSpPr>
        <p:spPr/>
        <p:txBody>
          <a:bodyPr/>
          <a:lstStyle/>
          <a:p>
            <a:fld id="{CB04B35F-5075-784C-9FF4-85B4381265F5}" type="datetime1">
              <a:rPr lang="en-US" smtClean="0"/>
              <a:t>12/20/2025</a:t>
            </a:fld>
            <a:endParaRPr lang="en-US"/>
          </a:p>
        </p:txBody>
      </p:sp>
      <p:sp>
        <p:nvSpPr>
          <p:cNvPr id="16" name="Slide Number Placeholder 15">
            <a:extLst>
              <a:ext uri="{FF2B5EF4-FFF2-40B4-BE49-F238E27FC236}">
                <a16:creationId xmlns:a16="http://schemas.microsoft.com/office/drawing/2014/main" id="{0E28D06D-C260-17A4-72EE-F62EE249E4C1}"/>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1462785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B270E86-172E-E52F-5FA2-F43C6B876A1F}"/>
              </a:ext>
            </a:extLst>
          </p:cNvPr>
          <p:cNvSpPr>
            <a:spLocks noGrp="1"/>
          </p:cNvSpPr>
          <p:nvPr>
            <p:ph type="title"/>
          </p:nvPr>
        </p:nvSpPr>
        <p:spPr>
          <a:xfrm>
            <a:off x="7239000" y="685799"/>
            <a:ext cx="4572000" cy="1142665"/>
          </a:xfrm>
        </p:spPr>
        <p:txBody>
          <a:bodyPr anchor="t">
            <a:normAutofit/>
          </a:bodyPr>
          <a:lstStyle>
            <a:lvl1pPr>
              <a:defRPr sz="3000"/>
            </a:lvl1pPr>
          </a:lstStyle>
          <a:p>
            <a:r>
              <a:rPr lang="en-US"/>
              <a:t>Click to edit Master title style</a:t>
            </a:r>
          </a:p>
        </p:txBody>
      </p:sp>
      <p:sp>
        <p:nvSpPr>
          <p:cNvPr id="23" name="Picture Placeholder 22">
            <a:extLst>
              <a:ext uri="{FF2B5EF4-FFF2-40B4-BE49-F238E27FC236}">
                <a16:creationId xmlns:a16="http://schemas.microsoft.com/office/drawing/2014/main" id="{A09759E0-34BA-620A-7C02-5DD57D991C19}"/>
              </a:ext>
            </a:extLst>
          </p:cNvPr>
          <p:cNvSpPr>
            <a:spLocks noGrp="1"/>
          </p:cNvSpPr>
          <p:nvPr>
            <p:ph type="pic" sz="quarter" idx="15"/>
          </p:nvPr>
        </p:nvSpPr>
        <p:spPr>
          <a:xfrm>
            <a:off x="152400"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63B76838-CF87-13E2-3FB4-2C33A18A42E1}"/>
              </a:ext>
            </a:extLst>
          </p:cNvPr>
          <p:cNvSpPr>
            <a:spLocks noGrp="1"/>
          </p:cNvSpPr>
          <p:nvPr>
            <p:ph sz="quarter" idx="14"/>
          </p:nvPr>
        </p:nvSpPr>
        <p:spPr>
          <a:xfrm>
            <a:off x="7239000" y="1975104"/>
            <a:ext cx="4572000" cy="4197097"/>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Footer Placeholder 24">
            <a:extLst>
              <a:ext uri="{FF2B5EF4-FFF2-40B4-BE49-F238E27FC236}">
                <a16:creationId xmlns:a16="http://schemas.microsoft.com/office/drawing/2014/main" id="{8ADBC95E-510D-3B2D-86CA-02B88C4B2F68}"/>
              </a:ext>
            </a:extLst>
          </p:cNvPr>
          <p:cNvSpPr>
            <a:spLocks noGrp="1"/>
          </p:cNvSpPr>
          <p:nvPr>
            <p:ph type="ftr" sz="quarter" idx="17"/>
          </p:nvPr>
        </p:nvSpPr>
        <p:spPr>
          <a:xfrm>
            <a:off x="152400" y="6347057"/>
            <a:ext cx="2286000" cy="365125"/>
          </a:xfrm>
        </p:spPr>
        <p:txBody>
          <a:bodyPr/>
          <a:lstStyle/>
          <a:p>
            <a:r>
              <a:rPr lang="en-US"/>
              <a:t>Sample Footer Text</a:t>
            </a:r>
          </a:p>
        </p:txBody>
      </p:sp>
      <p:sp>
        <p:nvSpPr>
          <p:cNvPr id="24" name="Date Placeholder 23">
            <a:extLst>
              <a:ext uri="{FF2B5EF4-FFF2-40B4-BE49-F238E27FC236}">
                <a16:creationId xmlns:a16="http://schemas.microsoft.com/office/drawing/2014/main" id="{17BCEDA5-95B9-E7B2-CAB5-29E3BD272080}"/>
              </a:ext>
            </a:extLst>
          </p:cNvPr>
          <p:cNvSpPr>
            <a:spLocks noGrp="1"/>
          </p:cNvSpPr>
          <p:nvPr>
            <p:ph type="dt" sz="half" idx="16"/>
          </p:nvPr>
        </p:nvSpPr>
        <p:spPr/>
        <p:txBody>
          <a:bodyPr/>
          <a:lstStyle/>
          <a:p>
            <a:fld id="{D90E99A5-9B5B-654B-AFAE-033D0C138539}" type="datetime1">
              <a:rPr lang="en-US" smtClean="0"/>
              <a:t>12/20/2025</a:t>
            </a:fld>
            <a:endParaRPr lang="en-US"/>
          </a:p>
        </p:txBody>
      </p:sp>
      <p:sp>
        <p:nvSpPr>
          <p:cNvPr id="26" name="Slide Number Placeholder 25">
            <a:extLst>
              <a:ext uri="{FF2B5EF4-FFF2-40B4-BE49-F238E27FC236}">
                <a16:creationId xmlns:a16="http://schemas.microsoft.com/office/drawing/2014/main" id="{B0979856-E127-0071-5A89-58D930F576D1}"/>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0477345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D773997-CD4B-E689-3BAF-0C9897FE8A08}"/>
              </a:ext>
            </a:extLst>
          </p:cNvPr>
          <p:cNvSpPr>
            <a:spLocks noGrp="1"/>
          </p:cNvSpPr>
          <p:nvPr>
            <p:ph type="title"/>
          </p:nvPr>
        </p:nvSpPr>
        <p:spPr>
          <a:xfrm>
            <a:off x="381000" y="685799"/>
            <a:ext cx="4572000" cy="1142665"/>
          </a:xfrm>
        </p:spPr>
        <p:txBody>
          <a:bodyPr anchor="t">
            <a:normAutofit/>
          </a:bodyPr>
          <a:lstStyle>
            <a:lvl1pPr>
              <a:defRPr sz="3000"/>
            </a:lvl1pPr>
          </a:lstStyle>
          <a:p>
            <a:r>
              <a:rPr lang="en-US"/>
              <a:t>Click to edit Master title style</a:t>
            </a:r>
          </a:p>
        </p:txBody>
      </p:sp>
      <p:sp>
        <p:nvSpPr>
          <p:cNvPr id="5" name="Content Placeholder 7">
            <a:extLst>
              <a:ext uri="{FF2B5EF4-FFF2-40B4-BE49-F238E27FC236}">
                <a16:creationId xmlns:a16="http://schemas.microsoft.com/office/drawing/2014/main" id="{24EBD2AD-58AA-F811-7CF8-B1ED45891343}"/>
              </a:ext>
            </a:extLst>
          </p:cNvPr>
          <p:cNvSpPr>
            <a:spLocks noGrp="1"/>
          </p:cNvSpPr>
          <p:nvPr>
            <p:ph sz="quarter" idx="14"/>
          </p:nvPr>
        </p:nvSpPr>
        <p:spPr>
          <a:xfrm>
            <a:off x="381000" y="1975104"/>
            <a:ext cx="4572000" cy="4197097"/>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D095B35F-B5A5-E348-6D44-317477DFD782}"/>
              </a:ext>
            </a:extLst>
          </p:cNvPr>
          <p:cNvSpPr>
            <a:spLocks noGrp="1"/>
          </p:cNvSpPr>
          <p:nvPr>
            <p:ph type="pic" sz="quarter" idx="15"/>
          </p:nvPr>
        </p:nvSpPr>
        <p:spPr>
          <a:xfrm>
            <a:off x="6096001"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a:blipFill>
            <a:blip r:embed="rId2">
              <a:alphaModFix amt="60000"/>
            </a:blip>
            <a:stretch>
              <a:fillRect/>
            </a:stretch>
          </a:blipFill>
        </p:spPr>
        <p:txBody>
          <a:bodyPr wrap="square">
            <a:noAutofit/>
          </a:bodyPr>
          <a:lstStyle/>
          <a:p>
            <a:endParaRPr lang="en-US"/>
          </a:p>
        </p:txBody>
      </p:sp>
      <p:sp>
        <p:nvSpPr>
          <p:cNvPr id="16" name="Footer Placeholder 15">
            <a:extLst>
              <a:ext uri="{FF2B5EF4-FFF2-40B4-BE49-F238E27FC236}">
                <a16:creationId xmlns:a16="http://schemas.microsoft.com/office/drawing/2014/main" id="{85197084-03D2-BA85-1A71-C94937FB0C74}"/>
              </a:ext>
            </a:extLst>
          </p:cNvPr>
          <p:cNvSpPr>
            <a:spLocks noGrp="1"/>
          </p:cNvSpPr>
          <p:nvPr>
            <p:ph type="ftr" sz="quarter" idx="17"/>
          </p:nvPr>
        </p:nvSpPr>
        <p:spPr/>
        <p:txBody>
          <a:bodyPr/>
          <a:lstStyle/>
          <a:p>
            <a:r>
              <a:rPr lang="en-US"/>
              <a:t>Sample Footer Text</a:t>
            </a:r>
          </a:p>
        </p:txBody>
      </p:sp>
      <p:sp>
        <p:nvSpPr>
          <p:cNvPr id="15" name="Date Placeholder 14">
            <a:extLst>
              <a:ext uri="{FF2B5EF4-FFF2-40B4-BE49-F238E27FC236}">
                <a16:creationId xmlns:a16="http://schemas.microsoft.com/office/drawing/2014/main" id="{5DD74A05-12EB-2CFB-1BE4-790E0060392D}"/>
              </a:ext>
            </a:extLst>
          </p:cNvPr>
          <p:cNvSpPr>
            <a:spLocks noGrp="1"/>
          </p:cNvSpPr>
          <p:nvPr>
            <p:ph type="dt" sz="half" idx="16"/>
          </p:nvPr>
        </p:nvSpPr>
        <p:spPr/>
        <p:txBody>
          <a:bodyPr/>
          <a:lstStyle/>
          <a:p>
            <a:fld id="{018FC212-A04D-EC40-A3FF-C37DE82847B2}" type="datetime1">
              <a:rPr lang="en-US" smtClean="0"/>
              <a:t>12/20/2025</a:t>
            </a:fld>
            <a:endParaRPr lang="en-US"/>
          </a:p>
        </p:txBody>
      </p:sp>
      <p:sp>
        <p:nvSpPr>
          <p:cNvPr id="17" name="Slide Number Placeholder 16">
            <a:extLst>
              <a:ext uri="{FF2B5EF4-FFF2-40B4-BE49-F238E27FC236}">
                <a16:creationId xmlns:a16="http://schemas.microsoft.com/office/drawing/2014/main" id="{3D1CC9AC-FA0F-A8C9-DB39-662464481C73}"/>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404400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9561B74-B661-DA6C-F6CF-F6ACE60051C0}"/>
              </a:ext>
            </a:extLst>
          </p:cNvPr>
          <p:cNvSpPr>
            <a:spLocks noGrp="1"/>
          </p:cNvSpPr>
          <p:nvPr>
            <p:ph type="title"/>
          </p:nvPr>
        </p:nvSpPr>
        <p:spPr>
          <a:xfrm>
            <a:off x="381000" y="4345531"/>
            <a:ext cx="2971800" cy="1826669"/>
          </a:xfrm>
        </p:spPr>
        <p:txBody>
          <a:bodyPr anchor="t">
            <a:normAutofit/>
          </a:bodyPr>
          <a:lstStyle>
            <a:lvl1pPr>
              <a:defRPr sz="3000"/>
            </a:lvl1pPr>
          </a:lstStyle>
          <a:p>
            <a:r>
              <a:rPr lang="en-US"/>
              <a:t>Click to edit Master title style</a:t>
            </a:r>
          </a:p>
        </p:txBody>
      </p:sp>
      <p:sp>
        <p:nvSpPr>
          <p:cNvPr id="14" name="Picture Placeholder 13">
            <a:extLst>
              <a:ext uri="{FF2B5EF4-FFF2-40B4-BE49-F238E27FC236}">
                <a16:creationId xmlns:a16="http://schemas.microsoft.com/office/drawing/2014/main" id="{9DBA1807-8655-C7D6-98CF-2A2A8943833B}"/>
              </a:ext>
            </a:extLst>
          </p:cNvPr>
          <p:cNvSpPr>
            <a:spLocks noGrp="1"/>
          </p:cNvSpPr>
          <p:nvPr>
            <p:ph type="pic" sz="quarter" idx="15"/>
          </p:nvPr>
        </p:nvSpPr>
        <p:spPr>
          <a:xfrm>
            <a:off x="152401" y="152400"/>
            <a:ext cx="11887199" cy="3657600"/>
          </a:xfrm>
          <a:custGeom>
            <a:avLst/>
            <a:gdLst>
              <a:gd name="connsiteX0" fmla="*/ 349250 w 11887199"/>
              <a:gd name="connsiteY0" fmla="*/ 0 h 3657600"/>
              <a:gd name="connsiteX1" fmla="*/ 5672932 w 11887199"/>
              <a:gd name="connsiteY1" fmla="*/ 0 h 3657600"/>
              <a:gd name="connsiteX2" fmla="*/ 5943600 w 11887199"/>
              <a:gd name="connsiteY2" fmla="*/ 270704 h 3657600"/>
              <a:gd name="connsiteX3" fmla="*/ 6214268 w 11887199"/>
              <a:gd name="connsiteY3" fmla="*/ 541408 h 3657600"/>
              <a:gd name="connsiteX4" fmla="*/ 11537949 w 11887199"/>
              <a:gd name="connsiteY4" fmla="*/ 541408 h 3657600"/>
              <a:gd name="connsiteX5" fmla="*/ 11887199 w 11887199"/>
              <a:gd name="connsiteY5" fmla="*/ 890707 h 3657600"/>
              <a:gd name="connsiteX6" fmla="*/ 11887199 w 11887199"/>
              <a:gd name="connsiteY6" fmla="*/ 3308302 h 3657600"/>
              <a:gd name="connsiteX7" fmla="*/ 11608343 w 11887199"/>
              <a:gd name="connsiteY7" fmla="*/ 3650505 h 3657600"/>
              <a:gd name="connsiteX8" fmla="*/ 11537959 w 11887199"/>
              <a:gd name="connsiteY8" fmla="*/ 3657600 h 3657600"/>
              <a:gd name="connsiteX9" fmla="*/ 349240 w 11887199"/>
              <a:gd name="connsiteY9" fmla="*/ 3657600 h 3657600"/>
              <a:gd name="connsiteX10" fmla="*/ 278864 w 11887199"/>
              <a:gd name="connsiteY10" fmla="*/ 3650505 h 3657600"/>
              <a:gd name="connsiteX11" fmla="*/ 0 w 11887199"/>
              <a:gd name="connsiteY11" fmla="*/ 3308302 h 3657600"/>
              <a:gd name="connsiteX12" fmla="*/ 0 w 11887199"/>
              <a:gd name="connsiteY12" fmla="*/ 349300 h 3657600"/>
              <a:gd name="connsiteX13" fmla="*/ 349250 w 11887199"/>
              <a:gd name="connsiteY13"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87199" h="3657600">
                <a:moveTo>
                  <a:pt x="349250" y="0"/>
                </a:moveTo>
                <a:lnTo>
                  <a:pt x="5672932" y="0"/>
                </a:lnTo>
                <a:cubicBezTo>
                  <a:pt x="5822416" y="0"/>
                  <a:pt x="5943600" y="121198"/>
                  <a:pt x="5943600" y="270704"/>
                </a:cubicBezTo>
                <a:cubicBezTo>
                  <a:pt x="5943600" y="420210"/>
                  <a:pt x="6064783" y="541408"/>
                  <a:pt x="6214268" y="541408"/>
                </a:cubicBezTo>
                <a:lnTo>
                  <a:pt x="11537949" y="541408"/>
                </a:lnTo>
                <a:cubicBezTo>
                  <a:pt x="11730862" y="541408"/>
                  <a:pt x="11887199" y="697793"/>
                  <a:pt x="11887199" y="890707"/>
                </a:cubicBezTo>
                <a:lnTo>
                  <a:pt x="11887199" y="3308302"/>
                </a:lnTo>
                <a:cubicBezTo>
                  <a:pt x="11887199" y="3477103"/>
                  <a:pt x="11767503" y="3617934"/>
                  <a:pt x="11608343" y="3650505"/>
                </a:cubicBezTo>
                <a:lnTo>
                  <a:pt x="11537959" y="3657600"/>
                </a:lnTo>
                <a:lnTo>
                  <a:pt x="349240" y="3657600"/>
                </a:lnTo>
                <a:lnTo>
                  <a:pt x="278864" y="3650505"/>
                </a:lnTo>
                <a:cubicBezTo>
                  <a:pt x="119716" y="3617934"/>
                  <a:pt x="0" y="3477103"/>
                  <a:pt x="0" y="3308302"/>
                </a:cubicBezTo>
                <a:lnTo>
                  <a:pt x="0" y="349300"/>
                </a:lnTo>
                <a:cubicBezTo>
                  <a:pt x="0" y="156387"/>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F5C25ADA-14EB-6461-E2F0-23804E9719DE}"/>
              </a:ext>
            </a:extLst>
          </p:cNvPr>
          <p:cNvSpPr>
            <a:spLocks noGrp="1"/>
          </p:cNvSpPr>
          <p:nvPr>
            <p:ph sz="quarter" idx="14"/>
          </p:nvPr>
        </p:nvSpPr>
        <p:spPr>
          <a:xfrm>
            <a:off x="4082939" y="4345530"/>
            <a:ext cx="7728061" cy="1826671"/>
          </a:xfrm>
        </p:spPr>
        <p:txBody>
          <a:bodyPr vert="horz" lIns="91440" tIns="45720" rIns="91440" bIns="45720" rtlCol="0" anchor="t">
            <a:normAutofit/>
          </a:bodyPr>
          <a:lstStyle>
            <a:lvl1pPr marL="0" indent="0">
              <a:buNone/>
              <a:defRPr lang="en-US" b="0" dirty="0"/>
            </a:lvl1pPr>
            <a:lvl2pPr marL="228600" indent="0">
              <a:buNone/>
              <a:defRPr lang="en-US" b="0" dirty="0"/>
            </a:lvl2pPr>
            <a:lvl3pPr marL="457200" indent="0">
              <a:buNone/>
              <a:defRPr lang="en-US" b="0" dirty="0"/>
            </a:lvl3pPr>
            <a:lvl4pPr marL="685800" indent="0">
              <a:buNone/>
              <a:defRPr lang="en-US" b="0" dirty="0"/>
            </a:lvl4pPr>
            <a:lvl5pPr marL="914400" indent="0">
              <a:buNone/>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10">
            <a:extLst>
              <a:ext uri="{FF2B5EF4-FFF2-40B4-BE49-F238E27FC236}">
                <a16:creationId xmlns:a16="http://schemas.microsoft.com/office/drawing/2014/main" id="{D1447E62-D723-1AD3-FCE7-8C1C684F1AE2}"/>
              </a:ext>
            </a:extLst>
          </p:cNvPr>
          <p:cNvSpPr>
            <a:spLocks noGrp="1"/>
          </p:cNvSpPr>
          <p:nvPr>
            <p:ph type="ftr" sz="quarter" idx="11"/>
          </p:nvPr>
        </p:nvSpPr>
        <p:spPr>
          <a:xfrm>
            <a:off x="6280176" y="152400"/>
            <a:ext cx="3200400" cy="365125"/>
          </a:xfrm>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45E8C42D-01F2-2431-12B7-49150F0EB1EC}"/>
              </a:ext>
            </a:extLst>
          </p:cNvPr>
          <p:cNvSpPr>
            <a:spLocks noGrp="1"/>
          </p:cNvSpPr>
          <p:nvPr>
            <p:ph type="dt" sz="half" idx="10"/>
          </p:nvPr>
        </p:nvSpPr>
        <p:spPr>
          <a:xfrm>
            <a:off x="9531099" y="152400"/>
            <a:ext cx="1800171" cy="365125"/>
          </a:xfrm>
        </p:spPr>
        <p:txBody>
          <a:bodyPr/>
          <a:lstStyle>
            <a:lvl1pPr>
              <a:defRPr>
                <a:solidFill>
                  <a:schemeClr val="tx1"/>
                </a:solidFill>
              </a:defRPr>
            </a:lvl1pPr>
          </a:lstStyle>
          <a:p>
            <a:fld id="{BE0F28E2-1197-1343-806E-BC1F6DA16A33}" type="datetime1">
              <a:rPr lang="en-US" smtClean="0"/>
              <a:t>12/20/2025</a:t>
            </a:fld>
            <a:endParaRPr lang="en-US"/>
          </a:p>
        </p:txBody>
      </p:sp>
      <p:sp>
        <p:nvSpPr>
          <p:cNvPr id="9" name="Slide Number Placeholder 11">
            <a:extLst>
              <a:ext uri="{FF2B5EF4-FFF2-40B4-BE49-F238E27FC236}">
                <a16:creationId xmlns:a16="http://schemas.microsoft.com/office/drawing/2014/main" id="{2640E1DF-A13A-6148-B46F-FE494C764D32}"/>
              </a:ext>
            </a:extLst>
          </p:cNvPr>
          <p:cNvSpPr>
            <a:spLocks noGrp="1"/>
          </p:cNvSpPr>
          <p:nvPr>
            <p:ph type="sldNum" sz="quarter" idx="12"/>
          </p:nvPr>
        </p:nvSpPr>
        <p:spPr>
          <a:xfrm>
            <a:off x="11381793" y="15240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385680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47B94B1-4C38-393F-A72D-C7C641B0A979}"/>
              </a:ext>
            </a:extLst>
          </p:cNvPr>
          <p:cNvSpPr>
            <a:spLocks noGrp="1"/>
          </p:cNvSpPr>
          <p:nvPr>
            <p:ph type="title"/>
          </p:nvPr>
        </p:nvSpPr>
        <p:spPr>
          <a:xfrm>
            <a:off x="381000" y="685800"/>
            <a:ext cx="2971800" cy="1826669"/>
          </a:xfrm>
        </p:spPr>
        <p:txBody>
          <a:bodyPr anchor="t">
            <a:normAutofit/>
          </a:bodyPr>
          <a:lstStyle>
            <a:lvl1pPr>
              <a:defRPr sz="3000"/>
            </a:lvl1pPr>
          </a:lstStyle>
          <a:p>
            <a:r>
              <a:rPr lang="en-US"/>
              <a:t>Click to edit Master title style</a:t>
            </a:r>
          </a:p>
        </p:txBody>
      </p:sp>
      <p:sp>
        <p:nvSpPr>
          <p:cNvPr id="13" name="Content Placeholder 7">
            <a:extLst>
              <a:ext uri="{FF2B5EF4-FFF2-40B4-BE49-F238E27FC236}">
                <a16:creationId xmlns:a16="http://schemas.microsoft.com/office/drawing/2014/main" id="{545D6F5E-CDF1-973E-993B-489A3F29246A}"/>
              </a:ext>
            </a:extLst>
          </p:cNvPr>
          <p:cNvSpPr>
            <a:spLocks noGrp="1"/>
          </p:cNvSpPr>
          <p:nvPr>
            <p:ph sz="quarter" idx="14"/>
          </p:nvPr>
        </p:nvSpPr>
        <p:spPr>
          <a:xfrm>
            <a:off x="4082939" y="685799"/>
            <a:ext cx="7728061" cy="1826671"/>
          </a:xfrm>
        </p:spPr>
        <p:txBody>
          <a:bodyPr vert="horz" lIns="91440" tIns="45720" rIns="91440" bIns="45720" rtlCol="0" anchor="t">
            <a:normAutofit/>
          </a:bodyPr>
          <a:lstStyle>
            <a:lvl1pPr marL="0" indent="0">
              <a:buNone/>
              <a:defRPr lang="en-US" b="0" dirty="0"/>
            </a:lvl1pPr>
            <a:lvl2pPr marL="228600" indent="0">
              <a:buNone/>
              <a:defRPr lang="en-US" b="0" dirty="0"/>
            </a:lvl2pPr>
            <a:lvl3pPr marL="457200" indent="0">
              <a:buNone/>
              <a:defRPr lang="en-US" b="0" dirty="0"/>
            </a:lvl3pPr>
            <a:lvl4pPr marL="685800" indent="0">
              <a:buNone/>
              <a:defRPr lang="en-US" b="0" dirty="0"/>
            </a:lvl4pPr>
            <a:lvl5pPr marL="914400" indent="0">
              <a:buNone/>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DB02DF14-5E7A-A865-A415-188A8F69716F}"/>
              </a:ext>
            </a:extLst>
          </p:cNvPr>
          <p:cNvSpPr>
            <a:spLocks noGrp="1"/>
          </p:cNvSpPr>
          <p:nvPr>
            <p:ph type="pic" sz="quarter" idx="15"/>
          </p:nvPr>
        </p:nvSpPr>
        <p:spPr>
          <a:xfrm>
            <a:off x="152401" y="3054854"/>
            <a:ext cx="11887199" cy="3657600"/>
          </a:xfrm>
          <a:custGeom>
            <a:avLst/>
            <a:gdLst>
              <a:gd name="connsiteX0" fmla="*/ 349240 w 11887199"/>
              <a:gd name="connsiteY0" fmla="*/ 0 h 3657600"/>
              <a:gd name="connsiteX1" fmla="*/ 11537959 w 11887199"/>
              <a:gd name="connsiteY1" fmla="*/ 0 h 3657600"/>
              <a:gd name="connsiteX2" fmla="*/ 11608343 w 11887199"/>
              <a:gd name="connsiteY2" fmla="*/ 7096 h 3657600"/>
              <a:gd name="connsiteX3" fmla="*/ 11887199 w 11887199"/>
              <a:gd name="connsiteY3" fmla="*/ 349299 h 3657600"/>
              <a:gd name="connsiteX4" fmla="*/ 11887199 w 11887199"/>
              <a:gd name="connsiteY4" fmla="*/ 2766893 h 3657600"/>
              <a:gd name="connsiteX5" fmla="*/ 11537949 w 11887199"/>
              <a:gd name="connsiteY5" fmla="*/ 3116193 h 3657600"/>
              <a:gd name="connsiteX6" fmla="*/ 6214268 w 11887199"/>
              <a:gd name="connsiteY6" fmla="*/ 3116193 h 3657600"/>
              <a:gd name="connsiteX7" fmla="*/ 5943600 w 11887199"/>
              <a:gd name="connsiteY7" fmla="*/ 3386896 h 3657600"/>
              <a:gd name="connsiteX8" fmla="*/ 5672932 w 11887199"/>
              <a:gd name="connsiteY8" fmla="*/ 3657600 h 3657600"/>
              <a:gd name="connsiteX9" fmla="*/ 349250 w 11887199"/>
              <a:gd name="connsiteY9" fmla="*/ 3657600 h 3657600"/>
              <a:gd name="connsiteX10" fmla="*/ 0 w 11887199"/>
              <a:gd name="connsiteY10" fmla="*/ 3308301 h 3657600"/>
              <a:gd name="connsiteX11" fmla="*/ 0 w 11887199"/>
              <a:gd name="connsiteY11" fmla="*/ 349299 h 3657600"/>
              <a:gd name="connsiteX12" fmla="*/ 278864 w 11887199"/>
              <a:gd name="connsiteY12" fmla="*/ 7096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7199" h="3657600">
                <a:moveTo>
                  <a:pt x="349240" y="0"/>
                </a:moveTo>
                <a:lnTo>
                  <a:pt x="11537959" y="0"/>
                </a:lnTo>
                <a:lnTo>
                  <a:pt x="11608343" y="7096"/>
                </a:lnTo>
                <a:cubicBezTo>
                  <a:pt x="11767503" y="39666"/>
                  <a:pt x="11887199" y="180498"/>
                  <a:pt x="11887199" y="349299"/>
                </a:cubicBezTo>
                <a:lnTo>
                  <a:pt x="11887199" y="2766893"/>
                </a:lnTo>
                <a:cubicBezTo>
                  <a:pt x="11887199" y="2959808"/>
                  <a:pt x="11730862" y="3116193"/>
                  <a:pt x="11537949" y="3116193"/>
                </a:cubicBezTo>
                <a:lnTo>
                  <a:pt x="6214268" y="3116193"/>
                </a:lnTo>
                <a:cubicBezTo>
                  <a:pt x="6064783" y="3116193"/>
                  <a:pt x="5943600" y="3237391"/>
                  <a:pt x="5943600" y="3386896"/>
                </a:cubicBezTo>
                <a:cubicBezTo>
                  <a:pt x="5943600" y="3536402"/>
                  <a:pt x="5822416" y="3657600"/>
                  <a:pt x="5672932" y="3657600"/>
                </a:cubicBezTo>
                <a:lnTo>
                  <a:pt x="349250" y="3657600"/>
                </a:lnTo>
                <a:cubicBezTo>
                  <a:pt x="156364" y="3657600"/>
                  <a:pt x="0" y="3501213"/>
                  <a:pt x="0" y="3308301"/>
                </a:cubicBezTo>
                <a:lnTo>
                  <a:pt x="0" y="349299"/>
                </a:lnTo>
                <a:cubicBezTo>
                  <a:pt x="0" y="180498"/>
                  <a:pt x="119716" y="39666"/>
                  <a:pt x="278864" y="7096"/>
                </a:cubicBezTo>
                <a:close/>
              </a:path>
            </a:pathLst>
          </a:custGeom>
          <a:blipFill>
            <a:blip r:embed="rId2">
              <a:alphaModFix amt="60000"/>
            </a:blip>
            <a:stretch>
              <a:fillRect/>
            </a:stretch>
          </a:blipFill>
        </p:spPr>
        <p:txBody>
          <a:bodyPr wrap="square">
            <a:noAutofit/>
          </a:bodyPr>
          <a:lstStyle/>
          <a:p>
            <a:endParaRPr lang="en-US"/>
          </a:p>
        </p:txBody>
      </p:sp>
      <p:sp>
        <p:nvSpPr>
          <p:cNvPr id="6" name="Footer Placeholder 10">
            <a:extLst>
              <a:ext uri="{FF2B5EF4-FFF2-40B4-BE49-F238E27FC236}">
                <a16:creationId xmlns:a16="http://schemas.microsoft.com/office/drawing/2014/main" id="{5B89C830-D686-4689-2593-4D5E5A4B0AB4}"/>
              </a:ext>
            </a:extLst>
          </p:cNvPr>
          <p:cNvSpPr>
            <a:spLocks noGrp="1"/>
          </p:cNvSpPr>
          <p:nvPr>
            <p:ph type="ftr" sz="quarter" idx="11"/>
          </p:nvPr>
        </p:nvSpPr>
        <p:spPr>
          <a:xfrm>
            <a:off x="6280176" y="6340475"/>
            <a:ext cx="3200400" cy="365125"/>
          </a:xfrm>
        </p:spPr>
        <p:txBody>
          <a:bodyPr/>
          <a:lstStyle>
            <a:lvl1pPr>
              <a:defRPr>
                <a:solidFill>
                  <a:schemeClr val="tx1"/>
                </a:solidFill>
              </a:defRPr>
            </a:lvl1pPr>
          </a:lstStyle>
          <a:p>
            <a:r>
              <a:rPr lang="en-US"/>
              <a:t>Sample Footer Text</a:t>
            </a:r>
          </a:p>
        </p:txBody>
      </p:sp>
      <p:sp>
        <p:nvSpPr>
          <p:cNvPr id="7" name="Date Placeholder 5">
            <a:extLst>
              <a:ext uri="{FF2B5EF4-FFF2-40B4-BE49-F238E27FC236}">
                <a16:creationId xmlns:a16="http://schemas.microsoft.com/office/drawing/2014/main" id="{883CE0EE-3E85-AAD1-D853-82A253F49445}"/>
              </a:ext>
            </a:extLst>
          </p:cNvPr>
          <p:cNvSpPr>
            <a:spLocks noGrp="1"/>
          </p:cNvSpPr>
          <p:nvPr>
            <p:ph type="dt" sz="half" idx="10"/>
          </p:nvPr>
        </p:nvSpPr>
        <p:spPr>
          <a:xfrm>
            <a:off x="9531099" y="6340475"/>
            <a:ext cx="1800171" cy="365125"/>
          </a:xfrm>
        </p:spPr>
        <p:txBody>
          <a:bodyPr/>
          <a:lstStyle>
            <a:lvl1pPr>
              <a:defRPr>
                <a:solidFill>
                  <a:schemeClr val="tx1"/>
                </a:solidFill>
              </a:defRPr>
            </a:lvl1pPr>
          </a:lstStyle>
          <a:p>
            <a:fld id="{BE0F28E2-1197-1343-806E-BC1F6DA16A33}" type="datetime1">
              <a:rPr lang="en-US" smtClean="0"/>
              <a:t>12/20/2025</a:t>
            </a:fld>
            <a:endParaRPr lang="en-US"/>
          </a:p>
        </p:txBody>
      </p:sp>
      <p:sp>
        <p:nvSpPr>
          <p:cNvPr id="8" name="Slide Number Placeholder 11">
            <a:extLst>
              <a:ext uri="{FF2B5EF4-FFF2-40B4-BE49-F238E27FC236}">
                <a16:creationId xmlns:a16="http://schemas.microsoft.com/office/drawing/2014/main" id="{D8AE04DF-032A-5A39-9A01-03B5A033761D}"/>
              </a:ext>
            </a:extLst>
          </p:cNvPr>
          <p:cNvSpPr>
            <a:spLocks noGrp="1"/>
          </p:cNvSpPr>
          <p:nvPr>
            <p:ph type="sldNum" sz="quarter" idx="12"/>
          </p:nvPr>
        </p:nvSpPr>
        <p:spPr>
          <a:xfrm>
            <a:off x="11381793" y="6340475"/>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6492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413247" y="685800"/>
            <a:ext cx="6397627" cy="1142663"/>
          </a:xfrm>
          <a:prstGeom prst="rect">
            <a:avLst/>
          </a:prstGeo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928F18B1-D300-366A-498B-4EC8E39E1040}"/>
              </a:ext>
            </a:extLst>
          </p:cNvPr>
          <p:cNvSpPr>
            <a:spLocks noGrp="1"/>
          </p:cNvSpPr>
          <p:nvPr>
            <p:ph type="pic" sz="quarter" idx="15"/>
          </p:nvPr>
        </p:nvSpPr>
        <p:spPr>
          <a:xfrm>
            <a:off x="152400" y="158229"/>
            <a:ext cx="4114800" cy="6541541"/>
          </a:xfrm>
          <a:custGeom>
            <a:avLst/>
            <a:gdLst>
              <a:gd name="connsiteX0" fmla="*/ 2057660 w 4114800"/>
              <a:gd name="connsiteY0" fmla="*/ 0 h 6541541"/>
              <a:gd name="connsiteX1" fmla="*/ 3765550 w 4114800"/>
              <a:gd name="connsiteY1" fmla="*/ 0 h 6541541"/>
              <a:gd name="connsiteX2" fmla="*/ 4114800 w 4114800"/>
              <a:gd name="connsiteY2" fmla="*/ 348912 h 6541541"/>
              <a:gd name="connsiteX3" fmla="*/ 4114800 w 4114800"/>
              <a:gd name="connsiteY3" fmla="*/ 6196917 h 6541541"/>
              <a:gd name="connsiteX4" fmla="*/ 3835937 w 4114800"/>
              <a:gd name="connsiteY4" fmla="*/ 6538758 h 6541541"/>
              <a:gd name="connsiteX5" fmla="*/ 3808308 w 4114800"/>
              <a:gd name="connsiteY5" fmla="*/ 6541541 h 6541541"/>
              <a:gd name="connsiteX6" fmla="*/ 2286457 w 4114800"/>
              <a:gd name="connsiteY6" fmla="*/ 6541541 h 6541541"/>
              <a:gd name="connsiteX7" fmla="*/ 2210336 w 4114800"/>
              <a:gd name="connsiteY7" fmla="*/ 6526184 h 6541541"/>
              <a:gd name="connsiteX8" fmla="*/ 2057400 w 4114800"/>
              <a:gd name="connsiteY8" fmla="*/ 6295666 h 6541541"/>
              <a:gd name="connsiteX9" fmla="*/ 1806994 w 4114800"/>
              <a:gd name="connsiteY9" fmla="*/ 6045508 h 6541541"/>
              <a:gd name="connsiteX10" fmla="*/ 349250 w 4114800"/>
              <a:gd name="connsiteY10" fmla="*/ 6045508 h 6541541"/>
              <a:gd name="connsiteX11" fmla="*/ 0 w 4114800"/>
              <a:gd name="connsiteY11" fmla="*/ 5696597 h 6541541"/>
              <a:gd name="connsiteX12" fmla="*/ 0 w 4114800"/>
              <a:gd name="connsiteY12" fmla="*/ 349425 h 6541541"/>
              <a:gd name="connsiteX13" fmla="*/ 349250 w 4114800"/>
              <a:gd name="connsiteY13" fmla="*/ 514 h 6541541"/>
              <a:gd name="connsiteX14" fmla="*/ 2057140 w 4114800"/>
              <a:gd name="connsiteY14" fmla="*/ 514 h 6541541"/>
              <a:gd name="connsiteX15" fmla="*/ 2057400 w 4114800"/>
              <a:gd name="connsiteY15" fmla="*/ 257 h 6541541"/>
              <a:gd name="connsiteX16" fmla="*/ 2057660 w 4114800"/>
              <a:gd name="connsiteY16" fmla="*/ 0 h 654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14800" h="6541541">
                <a:moveTo>
                  <a:pt x="2057660" y="0"/>
                </a:moveTo>
                <a:lnTo>
                  <a:pt x="3765550" y="0"/>
                </a:lnTo>
                <a:cubicBezTo>
                  <a:pt x="3958438" y="0"/>
                  <a:pt x="4114800" y="156213"/>
                  <a:pt x="4114800" y="348912"/>
                </a:cubicBezTo>
                <a:lnTo>
                  <a:pt x="4114800" y="6196917"/>
                </a:lnTo>
                <a:cubicBezTo>
                  <a:pt x="4114800" y="6365514"/>
                  <a:pt x="3995085" y="6506217"/>
                  <a:pt x="3835937" y="6538758"/>
                </a:cubicBezTo>
                <a:lnTo>
                  <a:pt x="3808308" y="6541541"/>
                </a:lnTo>
                <a:lnTo>
                  <a:pt x="2286457" y="6541541"/>
                </a:lnTo>
                <a:lnTo>
                  <a:pt x="2210336" y="6526184"/>
                </a:lnTo>
                <a:cubicBezTo>
                  <a:pt x="2120461" y="6488200"/>
                  <a:pt x="2057400" y="6399278"/>
                  <a:pt x="2057400" y="6295666"/>
                </a:cubicBezTo>
                <a:cubicBezTo>
                  <a:pt x="2057400" y="6157509"/>
                  <a:pt x="1945291" y="6045508"/>
                  <a:pt x="1806994" y="6045508"/>
                </a:cubicBezTo>
                <a:lnTo>
                  <a:pt x="349250" y="6045508"/>
                </a:lnTo>
                <a:cubicBezTo>
                  <a:pt x="156364" y="6045508"/>
                  <a:pt x="0" y="5889291"/>
                  <a:pt x="0" y="5696597"/>
                </a:cubicBezTo>
                <a:lnTo>
                  <a:pt x="0" y="349425"/>
                </a:lnTo>
                <a:cubicBezTo>
                  <a:pt x="0" y="156727"/>
                  <a:pt x="156364" y="514"/>
                  <a:pt x="349250" y="514"/>
                </a:cubicBezTo>
                <a:lnTo>
                  <a:pt x="2057140" y="514"/>
                </a:lnTo>
                <a:cubicBezTo>
                  <a:pt x="2057286" y="514"/>
                  <a:pt x="2057400" y="399"/>
                  <a:pt x="2057400" y="257"/>
                </a:cubicBezTo>
                <a:cubicBezTo>
                  <a:pt x="2057400" y="115"/>
                  <a:pt x="2057514" y="0"/>
                  <a:pt x="2057660" y="0"/>
                </a:cubicBezTo>
                <a:close/>
              </a:path>
            </a:pathLst>
          </a:custGeom>
          <a:blipFill>
            <a:blip r:embed="rId2">
              <a:alphaModFix amt="60000"/>
            </a:blip>
            <a:stretch>
              <a:fillRect/>
            </a:stretch>
          </a:blipFill>
        </p:spPr>
        <p:txBody>
          <a:bodyPr wrap="square">
            <a:noAutofit/>
          </a:bodyPr>
          <a:lstStyle/>
          <a:p>
            <a:endParaRPr lang="en-US"/>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413248" y="1975104"/>
            <a:ext cx="6397752" cy="419709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ooter Placeholder 19">
            <a:extLst>
              <a:ext uri="{FF2B5EF4-FFF2-40B4-BE49-F238E27FC236}">
                <a16:creationId xmlns:a16="http://schemas.microsoft.com/office/drawing/2014/main" id="{A609F3E3-1112-85CA-D49A-1AFA4D2EE9A1}"/>
              </a:ext>
            </a:extLst>
          </p:cNvPr>
          <p:cNvSpPr>
            <a:spLocks noGrp="1"/>
          </p:cNvSpPr>
          <p:nvPr>
            <p:ph type="ftr" sz="quarter" idx="17"/>
          </p:nvPr>
        </p:nvSpPr>
        <p:spPr>
          <a:xfrm>
            <a:off x="152400" y="6347057"/>
            <a:ext cx="1828800" cy="365125"/>
          </a:xfrm>
        </p:spPr>
        <p:txBody>
          <a:bodyPr/>
          <a:lstStyle/>
          <a:p>
            <a:r>
              <a:rPr lang="en-US"/>
              <a:t>Sample Footer Text</a:t>
            </a:r>
          </a:p>
        </p:txBody>
      </p:sp>
      <p:sp>
        <p:nvSpPr>
          <p:cNvPr id="19" name="Date Placeholder 18">
            <a:extLst>
              <a:ext uri="{FF2B5EF4-FFF2-40B4-BE49-F238E27FC236}">
                <a16:creationId xmlns:a16="http://schemas.microsoft.com/office/drawing/2014/main" id="{C59FF3C9-456C-3AAB-471D-B5041A7C8F52}"/>
              </a:ext>
            </a:extLst>
          </p:cNvPr>
          <p:cNvSpPr>
            <a:spLocks noGrp="1"/>
          </p:cNvSpPr>
          <p:nvPr>
            <p:ph type="dt" sz="half" idx="16"/>
          </p:nvPr>
        </p:nvSpPr>
        <p:spPr/>
        <p:txBody>
          <a:bodyPr/>
          <a:lstStyle/>
          <a:p>
            <a:fld id="{3C3C2431-2FCD-D448-9C7B-DAD39E7098D4}" type="datetime1">
              <a:rPr lang="en-US" smtClean="0"/>
              <a:t>12/20/2025</a:t>
            </a:fld>
            <a:endParaRPr lang="en-US"/>
          </a:p>
        </p:txBody>
      </p:sp>
      <p:sp>
        <p:nvSpPr>
          <p:cNvPr id="21" name="Slide Number Placeholder 20">
            <a:extLst>
              <a:ext uri="{FF2B5EF4-FFF2-40B4-BE49-F238E27FC236}">
                <a16:creationId xmlns:a16="http://schemas.microsoft.com/office/drawing/2014/main" id="{6FAE64D4-18BA-2404-B462-D1802671329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0183034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5D6DDB8-5811-6664-8989-B01BF0EE5374}"/>
              </a:ext>
            </a:extLst>
          </p:cNvPr>
          <p:cNvSpPr>
            <a:spLocks noGrp="1"/>
          </p:cNvSpPr>
          <p:nvPr>
            <p:ph type="title"/>
          </p:nvPr>
        </p:nvSpPr>
        <p:spPr>
          <a:xfrm>
            <a:off x="381000" y="685800"/>
            <a:ext cx="6397627" cy="1142663"/>
          </a:xfrm>
          <a:prstGeom prst="rect">
            <a:avLst/>
          </a:prstGeom>
        </p:spPr>
        <p:txBody>
          <a:bodyPr anchor="t"/>
          <a:lstStyle/>
          <a:p>
            <a:r>
              <a:rPr lang="en-US"/>
              <a:t>Click to edit Master title style</a:t>
            </a:r>
          </a:p>
        </p:txBody>
      </p:sp>
      <p:sp>
        <p:nvSpPr>
          <p:cNvPr id="4" name="Content Placeholder 7">
            <a:extLst>
              <a:ext uri="{FF2B5EF4-FFF2-40B4-BE49-F238E27FC236}">
                <a16:creationId xmlns:a16="http://schemas.microsoft.com/office/drawing/2014/main" id="{C7F23778-AA2D-3DAA-BAE5-8115D1C14482}"/>
              </a:ext>
            </a:extLst>
          </p:cNvPr>
          <p:cNvSpPr>
            <a:spLocks noGrp="1"/>
          </p:cNvSpPr>
          <p:nvPr>
            <p:ph sz="quarter" idx="14"/>
          </p:nvPr>
        </p:nvSpPr>
        <p:spPr>
          <a:xfrm>
            <a:off x="381001" y="1975104"/>
            <a:ext cx="6397752" cy="419709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8CC844A9-5FCD-4F36-D819-777BAF06E7C9}"/>
              </a:ext>
            </a:extLst>
          </p:cNvPr>
          <p:cNvSpPr>
            <a:spLocks noGrp="1"/>
          </p:cNvSpPr>
          <p:nvPr>
            <p:ph type="pic" sz="quarter" idx="15"/>
          </p:nvPr>
        </p:nvSpPr>
        <p:spPr>
          <a:xfrm>
            <a:off x="7906061" y="156076"/>
            <a:ext cx="4114800" cy="6545847"/>
          </a:xfrm>
          <a:custGeom>
            <a:avLst/>
            <a:gdLst>
              <a:gd name="connsiteX0" fmla="*/ 349250 w 4114800"/>
              <a:gd name="connsiteY0" fmla="*/ 0 h 6545847"/>
              <a:gd name="connsiteX1" fmla="*/ 2057140 w 4114800"/>
              <a:gd name="connsiteY1" fmla="*/ 0 h 6545847"/>
              <a:gd name="connsiteX2" fmla="*/ 2057400 w 4114800"/>
              <a:gd name="connsiteY2" fmla="*/ 257 h 6545847"/>
              <a:gd name="connsiteX3" fmla="*/ 2057660 w 4114800"/>
              <a:gd name="connsiteY3" fmla="*/ 514 h 6545847"/>
              <a:gd name="connsiteX4" fmla="*/ 3765550 w 4114800"/>
              <a:gd name="connsiteY4" fmla="*/ 514 h 6545847"/>
              <a:gd name="connsiteX5" fmla="*/ 4114800 w 4114800"/>
              <a:gd name="connsiteY5" fmla="*/ 349425 h 6545847"/>
              <a:gd name="connsiteX6" fmla="*/ 4114800 w 4114800"/>
              <a:gd name="connsiteY6" fmla="*/ 5696597 h 6545847"/>
              <a:gd name="connsiteX7" fmla="*/ 3765550 w 4114800"/>
              <a:gd name="connsiteY7" fmla="*/ 6045508 h 6545847"/>
              <a:gd name="connsiteX8" fmla="*/ 2307806 w 4114800"/>
              <a:gd name="connsiteY8" fmla="*/ 6045508 h 6545847"/>
              <a:gd name="connsiteX9" fmla="*/ 2057400 w 4114800"/>
              <a:gd name="connsiteY9" fmla="*/ 6295666 h 6545847"/>
              <a:gd name="connsiteX10" fmla="*/ 1904464 w 4114800"/>
              <a:gd name="connsiteY10" fmla="*/ 6526185 h 6545847"/>
              <a:gd name="connsiteX11" fmla="*/ 1806999 w 4114800"/>
              <a:gd name="connsiteY11" fmla="*/ 6545847 h 6545847"/>
              <a:gd name="connsiteX12" fmla="*/ 349241 w 4114800"/>
              <a:gd name="connsiteY12" fmla="*/ 6545847 h 6545847"/>
              <a:gd name="connsiteX13" fmla="*/ 278864 w 4114800"/>
              <a:gd name="connsiteY13" fmla="*/ 6538758 h 6545847"/>
              <a:gd name="connsiteX14" fmla="*/ 0 w 4114800"/>
              <a:gd name="connsiteY14" fmla="*/ 6196917 h 6545847"/>
              <a:gd name="connsiteX15" fmla="*/ 0 w 4114800"/>
              <a:gd name="connsiteY15" fmla="*/ 348912 h 6545847"/>
              <a:gd name="connsiteX16" fmla="*/ 349250 w 4114800"/>
              <a:gd name="connsiteY16" fmla="*/ 0 h 6545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14800" h="6545847">
                <a:moveTo>
                  <a:pt x="349250" y="0"/>
                </a:moveTo>
                <a:lnTo>
                  <a:pt x="2057140" y="0"/>
                </a:lnTo>
                <a:cubicBezTo>
                  <a:pt x="2057286" y="0"/>
                  <a:pt x="2057400" y="115"/>
                  <a:pt x="2057400" y="257"/>
                </a:cubicBezTo>
                <a:cubicBezTo>
                  <a:pt x="2057400" y="399"/>
                  <a:pt x="2057514" y="514"/>
                  <a:pt x="2057660" y="514"/>
                </a:cubicBezTo>
                <a:lnTo>
                  <a:pt x="3765550" y="514"/>
                </a:lnTo>
                <a:cubicBezTo>
                  <a:pt x="3958436" y="514"/>
                  <a:pt x="4114800" y="156727"/>
                  <a:pt x="4114800" y="349425"/>
                </a:cubicBezTo>
                <a:lnTo>
                  <a:pt x="4114800" y="5696597"/>
                </a:lnTo>
                <a:cubicBezTo>
                  <a:pt x="4114800" y="5889291"/>
                  <a:pt x="3958436" y="6045508"/>
                  <a:pt x="3765550" y="6045508"/>
                </a:cubicBezTo>
                <a:lnTo>
                  <a:pt x="2307806" y="6045508"/>
                </a:lnTo>
                <a:cubicBezTo>
                  <a:pt x="2169509" y="6045508"/>
                  <a:pt x="2057400" y="6157509"/>
                  <a:pt x="2057400" y="6295666"/>
                </a:cubicBezTo>
                <a:cubicBezTo>
                  <a:pt x="2057400" y="6399278"/>
                  <a:pt x="1994339" y="6488199"/>
                  <a:pt x="1904464" y="6526185"/>
                </a:cubicBezTo>
                <a:lnTo>
                  <a:pt x="1806999" y="6545847"/>
                </a:lnTo>
                <a:lnTo>
                  <a:pt x="349241" y="6545847"/>
                </a:lnTo>
                <a:lnTo>
                  <a:pt x="278864" y="6538758"/>
                </a:lnTo>
                <a:cubicBezTo>
                  <a:pt x="119715" y="6506217"/>
                  <a:pt x="0" y="6365514"/>
                  <a:pt x="0" y="6196917"/>
                </a:cubicBezTo>
                <a:lnTo>
                  <a:pt x="0" y="348912"/>
                </a:lnTo>
                <a:cubicBezTo>
                  <a:pt x="0" y="156213"/>
                  <a:pt x="156362" y="0"/>
                  <a:pt x="349250" y="0"/>
                </a:cubicBezTo>
                <a:close/>
              </a:path>
            </a:pathLst>
          </a:custGeom>
          <a:blipFill>
            <a:blip r:embed="rId2">
              <a:alphaModFix amt="60000"/>
            </a:blip>
            <a:stretch>
              <a:fillRect/>
            </a:stretch>
          </a:blipFill>
        </p:spPr>
        <p:txBody>
          <a:bodyPr wrap="square">
            <a:noAutofit/>
          </a:bodyPr>
          <a:lstStyle/>
          <a:p>
            <a:endParaRPr lang="en-US"/>
          </a:p>
        </p:txBody>
      </p:sp>
      <p:sp>
        <p:nvSpPr>
          <p:cNvPr id="11" name="Footer Placeholder 10">
            <a:extLst>
              <a:ext uri="{FF2B5EF4-FFF2-40B4-BE49-F238E27FC236}">
                <a16:creationId xmlns:a16="http://schemas.microsoft.com/office/drawing/2014/main" id="{710852DD-B54D-34C7-9E72-7622C228F7E2}"/>
              </a:ext>
            </a:extLst>
          </p:cNvPr>
          <p:cNvSpPr>
            <a:spLocks noGrp="1"/>
          </p:cNvSpPr>
          <p:nvPr>
            <p:ph type="ftr" sz="quarter" idx="17"/>
          </p:nvPr>
        </p:nvSpPr>
        <p:spPr/>
        <p:txBody>
          <a:bodyPr/>
          <a:lstStyle/>
          <a:p>
            <a:r>
              <a:rPr lang="en-US"/>
              <a:t>Sample Footer Text</a:t>
            </a:r>
          </a:p>
        </p:txBody>
      </p:sp>
      <p:sp>
        <p:nvSpPr>
          <p:cNvPr id="8" name="Date Placeholder 7">
            <a:extLst>
              <a:ext uri="{FF2B5EF4-FFF2-40B4-BE49-F238E27FC236}">
                <a16:creationId xmlns:a16="http://schemas.microsoft.com/office/drawing/2014/main" id="{ACE6582F-8DCF-A2BA-CA1C-F79F735B62D0}"/>
              </a:ext>
            </a:extLst>
          </p:cNvPr>
          <p:cNvSpPr>
            <a:spLocks noGrp="1"/>
          </p:cNvSpPr>
          <p:nvPr>
            <p:ph type="dt" sz="half" idx="16"/>
          </p:nvPr>
        </p:nvSpPr>
        <p:spPr>
          <a:xfrm>
            <a:off x="10210800" y="6340475"/>
            <a:ext cx="1342971" cy="365125"/>
          </a:xfrm>
        </p:spPr>
        <p:txBody>
          <a:bodyPr/>
          <a:lstStyle/>
          <a:p>
            <a:fld id="{6AF84008-CECF-4C4E-8814-FA8FA71DAEEA}" type="datetime1">
              <a:rPr lang="en-US" smtClean="0"/>
              <a:t>12/20/2025</a:t>
            </a:fld>
            <a:endParaRPr lang="en-US"/>
          </a:p>
        </p:txBody>
      </p:sp>
      <p:sp>
        <p:nvSpPr>
          <p:cNvPr id="12" name="Slide Number Placeholder 11">
            <a:extLst>
              <a:ext uri="{FF2B5EF4-FFF2-40B4-BE49-F238E27FC236}">
                <a16:creationId xmlns:a16="http://schemas.microsoft.com/office/drawing/2014/main" id="{B9BD7D67-F60C-B0D5-3BA0-673AE28E15F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688094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17E539D-41A4-764A-4DF7-3869DAB2538F}"/>
              </a:ext>
            </a:extLst>
          </p:cNvPr>
          <p:cNvSpPr>
            <a:spLocks noGrp="1"/>
          </p:cNvSpPr>
          <p:nvPr>
            <p:ph type="title"/>
          </p:nvPr>
        </p:nvSpPr>
        <p:spPr>
          <a:xfrm>
            <a:off x="381000" y="685800"/>
            <a:ext cx="11429999" cy="903162"/>
          </a:xfrm>
        </p:spPr>
        <p:txBody>
          <a:bodyPr anchor="t"/>
          <a:lstStyle/>
          <a:p>
            <a:r>
              <a:rPr lang="en-US"/>
              <a:t>Click to edit Master title style</a:t>
            </a:r>
          </a:p>
        </p:txBody>
      </p:sp>
      <p:sp>
        <p:nvSpPr>
          <p:cNvPr id="17" name="Picture Placeholder 16">
            <a:extLst>
              <a:ext uri="{FF2B5EF4-FFF2-40B4-BE49-F238E27FC236}">
                <a16:creationId xmlns:a16="http://schemas.microsoft.com/office/drawing/2014/main" id="{7D0891CB-CD39-7CF0-8E4B-D8C55C76F3D0}"/>
              </a:ext>
            </a:extLst>
          </p:cNvPr>
          <p:cNvSpPr>
            <a:spLocks noGrp="1"/>
          </p:cNvSpPr>
          <p:nvPr>
            <p:ph type="pic" sz="quarter" idx="15"/>
          </p:nvPr>
        </p:nvSpPr>
        <p:spPr>
          <a:xfrm>
            <a:off x="381000" y="1829865"/>
            <a:ext cx="5486400" cy="4337060"/>
          </a:xfrm>
          <a:custGeom>
            <a:avLst/>
            <a:gdLst>
              <a:gd name="connsiteX0" fmla="*/ 349250 w 5486400"/>
              <a:gd name="connsiteY0" fmla="*/ 0 h 4337060"/>
              <a:gd name="connsiteX1" fmla="*/ 5137150 w 5486400"/>
              <a:gd name="connsiteY1" fmla="*/ 0 h 4337060"/>
              <a:gd name="connsiteX2" fmla="*/ 5486400 w 5486400"/>
              <a:gd name="connsiteY2" fmla="*/ 348740 h 4337060"/>
              <a:gd name="connsiteX3" fmla="*/ 5486400 w 5486400"/>
              <a:gd name="connsiteY3" fmla="*/ 3988320 h 4337060"/>
              <a:gd name="connsiteX4" fmla="*/ 5137150 w 5486400"/>
              <a:gd name="connsiteY4" fmla="*/ 4337060 h 4337060"/>
              <a:gd name="connsiteX5" fmla="*/ 349250 w 5486400"/>
              <a:gd name="connsiteY5" fmla="*/ 4337060 h 4337060"/>
              <a:gd name="connsiteX6" fmla="*/ 0 w 5486400"/>
              <a:gd name="connsiteY6" fmla="*/ 3988320 h 4337060"/>
              <a:gd name="connsiteX7" fmla="*/ 0 w 5486400"/>
              <a:gd name="connsiteY7" fmla="*/ 348740 h 4337060"/>
              <a:gd name="connsiteX8" fmla="*/ 349250 w 5486400"/>
              <a:gd name="connsiteY8" fmla="*/ 0 h 433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6400" h="4337060">
                <a:moveTo>
                  <a:pt x="349250" y="0"/>
                </a:moveTo>
                <a:lnTo>
                  <a:pt x="5137150" y="0"/>
                </a:lnTo>
                <a:cubicBezTo>
                  <a:pt x="5330038" y="0"/>
                  <a:pt x="5486400" y="156136"/>
                  <a:pt x="5486400" y="348740"/>
                </a:cubicBezTo>
                <a:lnTo>
                  <a:pt x="5486400" y="3988320"/>
                </a:lnTo>
                <a:cubicBezTo>
                  <a:pt x="5486400" y="4180925"/>
                  <a:pt x="5330038" y="4337060"/>
                  <a:pt x="5137150" y="4337060"/>
                </a:cubicBezTo>
                <a:lnTo>
                  <a:pt x="349250" y="4337060"/>
                </a:lnTo>
                <a:cubicBezTo>
                  <a:pt x="156364" y="4337060"/>
                  <a:pt x="0" y="4180925"/>
                  <a:pt x="0" y="3988320"/>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2" name="Content Placeholder 7">
            <a:extLst>
              <a:ext uri="{FF2B5EF4-FFF2-40B4-BE49-F238E27FC236}">
                <a16:creationId xmlns:a16="http://schemas.microsoft.com/office/drawing/2014/main" id="{4ECA27BB-D0F8-2A5A-E8E3-F36153E9A08B}"/>
              </a:ext>
            </a:extLst>
          </p:cNvPr>
          <p:cNvSpPr>
            <a:spLocks noGrp="1"/>
          </p:cNvSpPr>
          <p:nvPr>
            <p:ph sz="quarter" idx="14"/>
          </p:nvPr>
        </p:nvSpPr>
        <p:spPr>
          <a:xfrm>
            <a:off x="7010400" y="1828800"/>
            <a:ext cx="48006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Footer Placeholder 20">
            <a:extLst>
              <a:ext uri="{FF2B5EF4-FFF2-40B4-BE49-F238E27FC236}">
                <a16:creationId xmlns:a16="http://schemas.microsoft.com/office/drawing/2014/main" id="{4E0ADA83-DE1E-DC24-E36B-98CC058AF41A}"/>
              </a:ext>
            </a:extLst>
          </p:cNvPr>
          <p:cNvSpPr>
            <a:spLocks noGrp="1"/>
          </p:cNvSpPr>
          <p:nvPr>
            <p:ph type="ftr" sz="quarter" idx="17"/>
          </p:nvPr>
        </p:nvSpPr>
        <p:spPr/>
        <p:txBody>
          <a:bodyPr/>
          <a:lstStyle/>
          <a:p>
            <a:r>
              <a:rPr lang="en-US"/>
              <a:t>Sample Footer Text</a:t>
            </a:r>
          </a:p>
        </p:txBody>
      </p:sp>
      <p:sp>
        <p:nvSpPr>
          <p:cNvPr id="20" name="Date Placeholder 19">
            <a:extLst>
              <a:ext uri="{FF2B5EF4-FFF2-40B4-BE49-F238E27FC236}">
                <a16:creationId xmlns:a16="http://schemas.microsoft.com/office/drawing/2014/main" id="{D5E3AAA1-460F-8482-6ADF-65CE2214C38A}"/>
              </a:ext>
            </a:extLst>
          </p:cNvPr>
          <p:cNvSpPr>
            <a:spLocks noGrp="1"/>
          </p:cNvSpPr>
          <p:nvPr>
            <p:ph type="dt" sz="half" idx="16"/>
          </p:nvPr>
        </p:nvSpPr>
        <p:spPr/>
        <p:txBody>
          <a:bodyPr/>
          <a:lstStyle/>
          <a:p>
            <a:fld id="{5F3A8F1C-349F-4D40-A069-7D38D41B5261}" type="datetime1">
              <a:rPr lang="en-US" smtClean="0"/>
              <a:t>12/20/2025</a:t>
            </a:fld>
            <a:endParaRPr lang="en-US"/>
          </a:p>
        </p:txBody>
      </p:sp>
      <p:sp>
        <p:nvSpPr>
          <p:cNvPr id="22" name="Slide Number Placeholder 21">
            <a:extLst>
              <a:ext uri="{FF2B5EF4-FFF2-40B4-BE49-F238E27FC236}">
                <a16:creationId xmlns:a16="http://schemas.microsoft.com/office/drawing/2014/main" id="{2426F5E3-3198-CD22-65DC-349FF7BA35FE}"/>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8859096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E22DB0-7762-81D2-A14F-8B60FD58FFB9}"/>
              </a:ext>
            </a:extLst>
          </p:cNvPr>
          <p:cNvSpPr>
            <a:spLocks noGrp="1"/>
          </p:cNvSpPr>
          <p:nvPr>
            <p:ph type="title"/>
          </p:nvPr>
        </p:nvSpPr>
        <p:spPr>
          <a:xfrm>
            <a:off x="381001" y="685800"/>
            <a:ext cx="11423900" cy="903162"/>
          </a:xfrm>
        </p:spPr>
        <p:txBody>
          <a:bodyPr anchor="t"/>
          <a:lstStyle/>
          <a:p>
            <a:r>
              <a:rPr lang="en-US"/>
              <a:t>Click to edit Master title style</a:t>
            </a:r>
          </a:p>
        </p:txBody>
      </p:sp>
      <p:sp>
        <p:nvSpPr>
          <p:cNvPr id="3" name="Content Placeholder 7">
            <a:extLst>
              <a:ext uri="{FF2B5EF4-FFF2-40B4-BE49-F238E27FC236}">
                <a16:creationId xmlns:a16="http://schemas.microsoft.com/office/drawing/2014/main" id="{60D5937C-CA57-3862-2FCF-C4FC1366F4BD}"/>
              </a:ext>
            </a:extLst>
          </p:cNvPr>
          <p:cNvSpPr>
            <a:spLocks noGrp="1"/>
          </p:cNvSpPr>
          <p:nvPr>
            <p:ph sz="quarter" idx="14"/>
          </p:nvPr>
        </p:nvSpPr>
        <p:spPr>
          <a:xfrm>
            <a:off x="381000" y="1828800"/>
            <a:ext cx="38862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22D281A9-5EBB-EB40-69FF-2C02AF0BF35C}"/>
              </a:ext>
            </a:extLst>
          </p:cNvPr>
          <p:cNvSpPr>
            <a:spLocks noGrp="1"/>
          </p:cNvSpPr>
          <p:nvPr>
            <p:ph type="pic" sz="quarter" idx="15"/>
          </p:nvPr>
        </p:nvSpPr>
        <p:spPr>
          <a:xfrm>
            <a:off x="5410200" y="1831970"/>
            <a:ext cx="6400800" cy="4337059"/>
          </a:xfrm>
          <a:custGeom>
            <a:avLst/>
            <a:gdLst>
              <a:gd name="connsiteX0" fmla="*/ 349250 w 6400800"/>
              <a:gd name="connsiteY0" fmla="*/ 0 h 4337059"/>
              <a:gd name="connsiteX1" fmla="*/ 6051550 w 6400800"/>
              <a:gd name="connsiteY1" fmla="*/ 0 h 4337059"/>
              <a:gd name="connsiteX2" fmla="*/ 6400800 w 6400800"/>
              <a:gd name="connsiteY2" fmla="*/ 348740 h 4337059"/>
              <a:gd name="connsiteX3" fmla="*/ 6400800 w 6400800"/>
              <a:gd name="connsiteY3" fmla="*/ 3988319 h 4337059"/>
              <a:gd name="connsiteX4" fmla="*/ 6051550 w 6400800"/>
              <a:gd name="connsiteY4" fmla="*/ 4337059 h 4337059"/>
              <a:gd name="connsiteX5" fmla="*/ 349250 w 6400800"/>
              <a:gd name="connsiteY5" fmla="*/ 4337059 h 4337059"/>
              <a:gd name="connsiteX6" fmla="*/ 0 w 6400800"/>
              <a:gd name="connsiteY6" fmla="*/ 3988319 h 4337059"/>
              <a:gd name="connsiteX7" fmla="*/ 0 w 6400800"/>
              <a:gd name="connsiteY7" fmla="*/ 348740 h 4337059"/>
              <a:gd name="connsiteX8" fmla="*/ 349250 w 6400800"/>
              <a:gd name="connsiteY8" fmla="*/ 0 h 4337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00800" h="4337059">
                <a:moveTo>
                  <a:pt x="349250" y="0"/>
                </a:moveTo>
                <a:lnTo>
                  <a:pt x="6051550" y="0"/>
                </a:lnTo>
                <a:cubicBezTo>
                  <a:pt x="6244438" y="0"/>
                  <a:pt x="6400800" y="156136"/>
                  <a:pt x="6400800" y="348740"/>
                </a:cubicBezTo>
                <a:lnTo>
                  <a:pt x="6400800" y="3988319"/>
                </a:lnTo>
                <a:cubicBezTo>
                  <a:pt x="6400800" y="4180925"/>
                  <a:pt x="6244438" y="4337059"/>
                  <a:pt x="6051550" y="4337059"/>
                </a:cubicBezTo>
                <a:lnTo>
                  <a:pt x="349250" y="4337059"/>
                </a:lnTo>
                <a:cubicBezTo>
                  <a:pt x="156364" y="4337059"/>
                  <a:pt x="0" y="4180925"/>
                  <a:pt x="0" y="3988319"/>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17" name="Footer Placeholder 16">
            <a:extLst>
              <a:ext uri="{FF2B5EF4-FFF2-40B4-BE49-F238E27FC236}">
                <a16:creationId xmlns:a16="http://schemas.microsoft.com/office/drawing/2014/main" id="{3DD0AF09-ED67-31D2-F311-9190CDEC29B9}"/>
              </a:ext>
            </a:extLst>
          </p:cNvPr>
          <p:cNvSpPr>
            <a:spLocks noGrp="1"/>
          </p:cNvSpPr>
          <p:nvPr>
            <p:ph type="ftr" sz="quarter" idx="17"/>
          </p:nvPr>
        </p:nvSpPr>
        <p:spPr/>
        <p:txBody>
          <a:bodyPr/>
          <a:lstStyle/>
          <a:p>
            <a:r>
              <a:rPr lang="en-US"/>
              <a:t>Sample Footer Text</a:t>
            </a:r>
          </a:p>
        </p:txBody>
      </p:sp>
      <p:sp>
        <p:nvSpPr>
          <p:cNvPr id="16" name="Date Placeholder 15">
            <a:extLst>
              <a:ext uri="{FF2B5EF4-FFF2-40B4-BE49-F238E27FC236}">
                <a16:creationId xmlns:a16="http://schemas.microsoft.com/office/drawing/2014/main" id="{21377DD6-5462-66F7-A829-133D33C0B93B}"/>
              </a:ext>
            </a:extLst>
          </p:cNvPr>
          <p:cNvSpPr>
            <a:spLocks noGrp="1"/>
          </p:cNvSpPr>
          <p:nvPr>
            <p:ph type="dt" sz="half" idx="16"/>
          </p:nvPr>
        </p:nvSpPr>
        <p:spPr/>
        <p:txBody>
          <a:bodyPr/>
          <a:lstStyle/>
          <a:p>
            <a:fld id="{93F60926-2D52-7E43-9B2B-7315B4A2BF0B}" type="datetime1">
              <a:rPr lang="en-US" smtClean="0"/>
              <a:t>12/20/2025</a:t>
            </a:fld>
            <a:endParaRPr lang="en-US"/>
          </a:p>
        </p:txBody>
      </p:sp>
      <p:sp>
        <p:nvSpPr>
          <p:cNvPr id="18" name="Slide Number Placeholder 17">
            <a:extLst>
              <a:ext uri="{FF2B5EF4-FFF2-40B4-BE49-F238E27FC236}">
                <a16:creationId xmlns:a16="http://schemas.microsoft.com/office/drawing/2014/main" id="{F11DD33E-851E-3928-D48D-DACBE36AABEF}"/>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2789889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FBD57C-3F77-67B8-C202-5C1CF2E93464}"/>
              </a:ext>
            </a:extLst>
          </p:cNvPr>
          <p:cNvSpPr>
            <a:spLocks noGrp="1"/>
          </p:cNvSpPr>
          <p:nvPr>
            <p:ph type="title"/>
          </p:nvPr>
        </p:nvSpPr>
        <p:spPr>
          <a:xfrm>
            <a:off x="381000" y="685800"/>
            <a:ext cx="11430000" cy="903162"/>
          </a:xfrm>
        </p:spPr>
        <p:txBody>
          <a:bodyPr anchor="t"/>
          <a:lstStyle/>
          <a:p>
            <a:r>
              <a:rPr lang="en-US"/>
              <a:t>Click to edit Master title style</a:t>
            </a:r>
          </a:p>
        </p:txBody>
      </p:sp>
      <p:sp>
        <p:nvSpPr>
          <p:cNvPr id="3" name="Content Placeholder 7">
            <a:extLst>
              <a:ext uri="{FF2B5EF4-FFF2-40B4-BE49-F238E27FC236}">
                <a16:creationId xmlns:a16="http://schemas.microsoft.com/office/drawing/2014/main" id="{0EB57046-E963-50F3-40A6-9F507864EDA4}"/>
              </a:ext>
            </a:extLst>
          </p:cNvPr>
          <p:cNvSpPr>
            <a:spLocks noGrp="1"/>
          </p:cNvSpPr>
          <p:nvPr>
            <p:ph sz="quarter" idx="14"/>
          </p:nvPr>
        </p:nvSpPr>
        <p:spPr>
          <a:xfrm>
            <a:off x="381000" y="1828800"/>
            <a:ext cx="48006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6A3E366D-68C4-CD6B-3D8C-CDF1FD790000}"/>
              </a:ext>
            </a:extLst>
          </p:cNvPr>
          <p:cNvSpPr>
            <a:spLocks noGrp="1"/>
          </p:cNvSpPr>
          <p:nvPr>
            <p:ph type="pic" sz="quarter" idx="15"/>
          </p:nvPr>
        </p:nvSpPr>
        <p:spPr>
          <a:xfrm>
            <a:off x="6324600" y="1829865"/>
            <a:ext cx="5486400" cy="4337060"/>
          </a:xfrm>
          <a:custGeom>
            <a:avLst/>
            <a:gdLst>
              <a:gd name="connsiteX0" fmla="*/ 349250 w 5486400"/>
              <a:gd name="connsiteY0" fmla="*/ 0 h 4337060"/>
              <a:gd name="connsiteX1" fmla="*/ 5137150 w 5486400"/>
              <a:gd name="connsiteY1" fmla="*/ 0 h 4337060"/>
              <a:gd name="connsiteX2" fmla="*/ 5486400 w 5486400"/>
              <a:gd name="connsiteY2" fmla="*/ 348740 h 4337060"/>
              <a:gd name="connsiteX3" fmla="*/ 5486400 w 5486400"/>
              <a:gd name="connsiteY3" fmla="*/ 3988320 h 4337060"/>
              <a:gd name="connsiteX4" fmla="*/ 5137150 w 5486400"/>
              <a:gd name="connsiteY4" fmla="*/ 4337060 h 4337060"/>
              <a:gd name="connsiteX5" fmla="*/ 349250 w 5486400"/>
              <a:gd name="connsiteY5" fmla="*/ 4337060 h 4337060"/>
              <a:gd name="connsiteX6" fmla="*/ 0 w 5486400"/>
              <a:gd name="connsiteY6" fmla="*/ 3988320 h 4337060"/>
              <a:gd name="connsiteX7" fmla="*/ 0 w 5486400"/>
              <a:gd name="connsiteY7" fmla="*/ 348740 h 4337060"/>
              <a:gd name="connsiteX8" fmla="*/ 349250 w 5486400"/>
              <a:gd name="connsiteY8" fmla="*/ 0 h 433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6400" h="4337060">
                <a:moveTo>
                  <a:pt x="349250" y="0"/>
                </a:moveTo>
                <a:lnTo>
                  <a:pt x="5137150" y="0"/>
                </a:lnTo>
                <a:cubicBezTo>
                  <a:pt x="5330038" y="0"/>
                  <a:pt x="5486400" y="156136"/>
                  <a:pt x="5486400" y="348740"/>
                </a:cubicBezTo>
                <a:lnTo>
                  <a:pt x="5486400" y="3988320"/>
                </a:lnTo>
                <a:cubicBezTo>
                  <a:pt x="5486400" y="4180925"/>
                  <a:pt x="5330038" y="4337060"/>
                  <a:pt x="5137150" y="4337060"/>
                </a:cubicBezTo>
                <a:lnTo>
                  <a:pt x="349250" y="4337060"/>
                </a:lnTo>
                <a:cubicBezTo>
                  <a:pt x="156364" y="4337060"/>
                  <a:pt x="0" y="4180925"/>
                  <a:pt x="0" y="3988320"/>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12" name="Footer Placeholder 11">
            <a:extLst>
              <a:ext uri="{FF2B5EF4-FFF2-40B4-BE49-F238E27FC236}">
                <a16:creationId xmlns:a16="http://schemas.microsoft.com/office/drawing/2014/main" id="{FA3168BB-AC02-FC23-04AB-910062295BB2}"/>
              </a:ext>
            </a:extLst>
          </p:cNvPr>
          <p:cNvSpPr>
            <a:spLocks noGrp="1"/>
          </p:cNvSpPr>
          <p:nvPr>
            <p:ph type="ftr" sz="quarter" idx="17"/>
          </p:nvPr>
        </p:nvSpPr>
        <p:spPr/>
        <p:txBody>
          <a:bodyPr/>
          <a:lstStyle/>
          <a:p>
            <a:r>
              <a:rPr lang="en-US"/>
              <a:t>Sample Footer Text</a:t>
            </a:r>
          </a:p>
        </p:txBody>
      </p:sp>
      <p:sp>
        <p:nvSpPr>
          <p:cNvPr id="10" name="Date Placeholder 9">
            <a:extLst>
              <a:ext uri="{FF2B5EF4-FFF2-40B4-BE49-F238E27FC236}">
                <a16:creationId xmlns:a16="http://schemas.microsoft.com/office/drawing/2014/main" id="{2C56068B-9B89-AB64-F0FA-49FF37197639}"/>
              </a:ext>
            </a:extLst>
          </p:cNvPr>
          <p:cNvSpPr>
            <a:spLocks noGrp="1"/>
          </p:cNvSpPr>
          <p:nvPr>
            <p:ph type="dt" sz="half" idx="16"/>
          </p:nvPr>
        </p:nvSpPr>
        <p:spPr/>
        <p:txBody>
          <a:bodyPr/>
          <a:lstStyle/>
          <a:p>
            <a:fld id="{9B5E51FC-CBC9-9843-92FD-38CACF39D773}" type="datetime1">
              <a:rPr lang="en-US" smtClean="0"/>
              <a:t>12/20/2025</a:t>
            </a:fld>
            <a:endParaRPr lang="en-US"/>
          </a:p>
        </p:txBody>
      </p:sp>
      <p:sp>
        <p:nvSpPr>
          <p:cNvPr id="14" name="Slide Number Placeholder 13">
            <a:extLst>
              <a:ext uri="{FF2B5EF4-FFF2-40B4-BE49-F238E27FC236}">
                <a16:creationId xmlns:a16="http://schemas.microsoft.com/office/drawing/2014/main" id="{9B58EFC6-5EFD-40A4-C04B-5D2E6AA36C1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54042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953001" y="685801"/>
            <a:ext cx="6857999" cy="914400"/>
          </a:xfrm>
          <a:prstGeom prst="rect">
            <a:avLst/>
          </a:prstGeom>
        </p:spPr>
        <p:txBody>
          <a:bodyPr anchor="t"/>
          <a:lstStyle/>
          <a:p>
            <a:r>
              <a:rPr lang="en-US"/>
              <a:t>Click to edit Master title style</a:t>
            </a:r>
          </a:p>
        </p:txBody>
      </p:sp>
      <p:sp>
        <p:nvSpPr>
          <p:cNvPr id="8" name="Picture Placeholder 7">
            <a:extLst>
              <a:ext uri="{FF2B5EF4-FFF2-40B4-BE49-F238E27FC236}">
                <a16:creationId xmlns:a16="http://schemas.microsoft.com/office/drawing/2014/main" id="{0252FBA1-367D-3AEB-02AF-54E0FEFD2598}"/>
              </a:ext>
            </a:extLst>
          </p:cNvPr>
          <p:cNvSpPr>
            <a:spLocks noGrp="1"/>
          </p:cNvSpPr>
          <p:nvPr>
            <p:ph type="pic" sz="quarter" idx="15"/>
          </p:nvPr>
        </p:nvSpPr>
        <p:spPr>
          <a:xfrm>
            <a:off x="152400" y="159765"/>
            <a:ext cx="3657600" cy="6545835"/>
          </a:xfrm>
          <a:custGeom>
            <a:avLst/>
            <a:gdLst>
              <a:gd name="connsiteX0" fmla="*/ 1829315 w 3657600"/>
              <a:gd name="connsiteY0" fmla="*/ 0 h 6545835"/>
              <a:gd name="connsiteX1" fmla="*/ 3308351 w 3657600"/>
              <a:gd name="connsiteY1" fmla="*/ 0 h 6545835"/>
              <a:gd name="connsiteX2" fmla="*/ 3650506 w 3657600"/>
              <a:gd name="connsiteY2" fmla="*/ 278594 h 6545835"/>
              <a:gd name="connsiteX3" fmla="*/ 3657600 w 3657600"/>
              <a:gd name="connsiteY3" fmla="*/ 348902 h 6545835"/>
              <a:gd name="connsiteX4" fmla="*/ 3657600 w 3657600"/>
              <a:gd name="connsiteY4" fmla="*/ 6196927 h 6545835"/>
              <a:gd name="connsiteX5" fmla="*/ 3650506 w 3657600"/>
              <a:gd name="connsiteY5" fmla="*/ 6267227 h 6545835"/>
              <a:gd name="connsiteX6" fmla="*/ 3378738 w 3657600"/>
              <a:gd name="connsiteY6" fmla="*/ 6538746 h 6545835"/>
              <a:gd name="connsiteX7" fmla="*/ 3308362 w 3657600"/>
              <a:gd name="connsiteY7" fmla="*/ 6545835 h 6545835"/>
              <a:gd name="connsiteX8" fmla="*/ 2078941 w 3657600"/>
              <a:gd name="connsiteY8" fmla="*/ 6545835 h 6545835"/>
              <a:gd name="connsiteX9" fmla="*/ 1981579 w 3657600"/>
              <a:gd name="connsiteY9" fmla="*/ 6526195 h 6545835"/>
              <a:gd name="connsiteX10" fmla="*/ 1828801 w 3657600"/>
              <a:gd name="connsiteY10" fmla="*/ 6295926 h 6545835"/>
              <a:gd name="connsiteX11" fmla="*/ 1578655 w 3657600"/>
              <a:gd name="connsiteY11" fmla="*/ 6046022 h 6545835"/>
              <a:gd name="connsiteX12" fmla="*/ 349250 w 3657600"/>
              <a:gd name="connsiteY12" fmla="*/ 6046022 h 6545835"/>
              <a:gd name="connsiteX13" fmla="*/ 0 w 3657600"/>
              <a:gd name="connsiteY13" fmla="*/ 5697110 h 6545835"/>
              <a:gd name="connsiteX14" fmla="*/ 0 w 3657600"/>
              <a:gd name="connsiteY14" fmla="*/ 349940 h 6545835"/>
              <a:gd name="connsiteX15" fmla="*/ 349250 w 3657600"/>
              <a:gd name="connsiteY15" fmla="*/ 1028 h 6545835"/>
              <a:gd name="connsiteX16" fmla="*/ 1828286 w 3657600"/>
              <a:gd name="connsiteY16" fmla="*/ 1028 h 6545835"/>
              <a:gd name="connsiteX17" fmla="*/ 1828801 w 3657600"/>
              <a:gd name="connsiteY17" fmla="*/ 514 h 6545835"/>
              <a:gd name="connsiteX18" fmla="*/ 1829315 w 3657600"/>
              <a:gd name="connsiteY18" fmla="*/ 0 h 65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57600" h="6545835">
                <a:moveTo>
                  <a:pt x="1829315" y="0"/>
                </a:moveTo>
                <a:lnTo>
                  <a:pt x="3308351" y="0"/>
                </a:lnTo>
                <a:cubicBezTo>
                  <a:pt x="3477128" y="0"/>
                  <a:pt x="3617940" y="119601"/>
                  <a:pt x="3650506" y="278594"/>
                </a:cubicBezTo>
                <a:lnTo>
                  <a:pt x="3657600" y="348902"/>
                </a:lnTo>
                <a:lnTo>
                  <a:pt x="3657600" y="6196927"/>
                </a:lnTo>
                <a:lnTo>
                  <a:pt x="3650506" y="6267227"/>
                </a:lnTo>
                <a:cubicBezTo>
                  <a:pt x="3622592" y="6403496"/>
                  <a:pt x="3515151" y="6510853"/>
                  <a:pt x="3378738" y="6538746"/>
                </a:cubicBezTo>
                <a:lnTo>
                  <a:pt x="3308362" y="6545835"/>
                </a:lnTo>
                <a:lnTo>
                  <a:pt x="2078941" y="6545835"/>
                </a:lnTo>
                <a:lnTo>
                  <a:pt x="1981579" y="6526195"/>
                </a:lnTo>
                <a:cubicBezTo>
                  <a:pt x="1891798" y="6488252"/>
                  <a:pt x="1828801" y="6399429"/>
                  <a:pt x="1828801" y="6295926"/>
                </a:cubicBezTo>
                <a:cubicBezTo>
                  <a:pt x="1828801" y="6157909"/>
                  <a:pt x="1716806" y="6046022"/>
                  <a:pt x="1578655" y="6046022"/>
                </a:cubicBezTo>
                <a:lnTo>
                  <a:pt x="349250" y="6046022"/>
                </a:lnTo>
                <a:cubicBezTo>
                  <a:pt x="156364" y="6046022"/>
                  <a:pt x="0" y="5889805"/>
                  <a:pt x="0" y="5697110"/>
                </a:cubicBezTo>
                <a:lnTo>
                  <a:pt x="0" y="349940"/>
                </a:lnTo>
                <a:cubicBezTo>
                  <a:pt x="0" y="157241"/>
                  <a:pt x="156364" y="1028"/>
                  <a:pt x="349250" y="1028"/>
                </a:cubicBezTo>
                <a:lnTo>
                  <a:pt x="1828286" y="1028"/>
                </a:lnTo>
                <a:cubicBezTo>
                  <a:pt x="1828572" y="1028"/>
                  <a:pt x="1828801" y="798"/>
                  <a:pt x="1828801" y="514"/>
                </a:cubicBezTo>
                <a:cubicBezTo>
                  <a:pt x="1828801" y="230"/>
                  <a:pt x="1829029" y="0"/>
                  <a:pt x="1829315" y="0"/>
                </a:cubicBezTo>
                <a:close/>
              </a:path>
            </a:pathLst>
          </a:custGeom>
          <a:blipFill>
            <a:blip r:embed="rId2">
              <a:alphaModFix amt="60000"/>
            </a:blip>
            <a:stretch>
              <a:fillRect/>
            </a:stretch>
          </a:blipFill>
        </p:spPr>
        <p:txBody>
          <a:bodyPr wrap="square">
            <a:noAutofit/>
          </a:bodyPr>
          <a:lstStyle/>
          <a:p>
            <a:endParaRPr lang="en-US"/>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953000" y="1760954"/>
            <a:ext cx="6858000" cy="441124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CE554734-17E5-A778-C85A-403D40853237}"/>
              </a:ext>
            </a:extLst>
          </p:cNvPr>
          <p:cNvSpPr>
            <a:spLocks noGrp="1"/>
          </p:cNvSpPr>
          <p:nvPr>
            <p:ph type="ftr" sz="quarter" idx="17"/>
          </p:nvPr>
        </p:nvSpPr>
        <p:spPr>
          <a:xfrm>
            <a:off x="152400" y="6347057"/>
            <a:ext cx="1600200" cy="365125"/>
          </a:xfrm>
        </p:spPr>
        <p:txBody>
          <a:bodyPr/>
          <a:lstStyle/>
          <a:p>
            <a:r>
              <a:rPr lang="en-US"/>
              <a:t>Sample Footer Text</a:t>
            </a:r>
          </a:p>
        </p:txBody>
      </p:sp>
      <p:sp>
        <p:nvSpPr>
          <p:cNvPr id="9" name="Date Placeholder 8">
            <a:extLst>
              <a:ext uri="{FF2B5EF4-FFF2-40B4-BE49-F238E27FC236}">
                <a16:creationId xmlns:a16="http://schemas.microsoft.com/office/drawing/2014/main" id="{5BC33B0E-C66A-052A-1E5D-E52A78CEE491}"/>
              </a:ext>
            </a:extLst>
          </p:cNvPr>
          <p:cNvSpPr>
            <a:spLocks noGrp="1"/>
          </p:cNvSpPr>
          <p:nvPr>
            <p:ph type="dt" sz="half" idx="16"/>
          </p:nvPr>
        </p:nvSpPr>
        <p:spPr/>
        <p:txBody>
          <a:bodyPr/>
          <a:lstStyle/>
          <a:p>
            <a:fld id="{7B7AA9A6-1052-6144-AEF7-DAB3DC5C1870}" type="datetime1">
              <a:rPr lang="en-US" smtClean="0"/>
              <a:t>12/20/2025</a:t>
            </a:fld>
            <a:endParaRPr lang="en-US"/>
          </a:p>
        </p:txBody>
      </p:sp>
      <p:sp>
        <p:nvSpPr>
          <p:cNvPr id="11" name="Slide Number Placeholder 10">
            <a:extLst>
              <a:ext uri="{FF2B5EF4-FFF2-40B4-BE49-F238E27FC236}">
                <a16:creationId xmlns:a16="http://schemas.microsoft.com/office/drawing/2014/main" id="{397DD097-90E0-2A9F-AAFE-460FC67E9A1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125821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57EC580-88DE-56DE-5258-9F16851E9486}"/>
              </a:ext>
            </a:extLst>
          </p:cNvPr>
          <p:cNvSpPr>
            <a:spLocks noGrp="1"/>
          </p:cNvSpPr>
          <p:nvPr>
            <p:ph type="title"/>
          </p:nvPr>
        </p:nvSpPr>
        <p:spPr>
          <a:xfrm>
            <a:off x="381001" y="685801"/>
            <a:ext cx="6857999" cy="914400"/>
          </a:xfrm>
          <a:prstGeom prst="rect">
            <a:avLst/>
          </a:prstGeom>
        </p:spPr>
        <p:txBody>
          <a:bodyPr anchor="t"/>
          <a:lstStyle/>
          <a:p>
            <a:r>
              <a:rPr lang="en-US"/>
              <a:t>Click to edit Master title style</a:t>
            </a:r>
          </a:p>
        </p:txBody>
      </p:sp>
      <p:sp>
        <p:nvSpPr>
          <p:cNvPr id="4" name="Content Placeholder 7">
            <a:extLst>
              <a:ext uri="{FF2B5EF4-FFF2-40B4-BE49-F238E27FC236}">
                <a16:creationId xmlns:a16="http://schemas.microsoft.com/office/drawing/2014/main" id="{C0C3FF79-59DB-9A09-BAE9-314BF322E5E3}"/>
              </a:ext>
            </a:extLst>
          </p:cNvPr>
          <p:cNvSpPr>
            <a:spLocks noGrp="1"/>
          </p:cNvSpPr>
          <p:nvPr>
            <p:ph sz="quarter" idx="14"/>
          </p:nvPr>
        </p:nvSpPr>
        <p:spPr>
          <a:xfrm>
            <a:off x="381000" y="1760954"/>
            <a:ext cx="6858000" cy="441124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3964543-7DAC-0CE9-CE60-91786FE74153}"/>
              </a:ext>
            </a:extLst>
          </p:cNvPr>
          <p:cNvSpPr>
            <a:spLocks noGrp="1"/>
          </p:cNvSpPr>
          <p:nvPr>
            <p:ph type="pic" sz="quarter" idx="15"/>
          </p:nvPr>
        </p:nvSpPr>
        <p:spPr>
          <a:xfrm>
            <a:off x="8382000" y="152400"/>
            <a:ext cx="3657600" cy="6545835"/>
          </a:xfrm>
          <a:custGeom>
            <a:avLst/>
            <a:gdLst>
              <a:gd name="connsiteX0" fmla="*/ 349250 w 3657600"/>
              <a:gd name="connsiteY0" fmla="*/ 0 h 6545835"/>
              <a:gd name="connsiteX1" fmla="*/ 1828286 w 3657600"/>
              <a:gd name="connsiteY1" fmla="*/ 0 h 6545835"/>
              <a:gd name="connsiteX2" fmla="*/ 1828800 w 3657600"/>
              <a:gd name="connsiteY2" fmla="*/ 514 h 6545835"/>
              <a:gd name="connsiteX3" fmla="*/ 1829315 w 3657600"/>
              <a:gd name="connsiteY3" fmla="*/ 1028 h 6545835"/>
              <a:gd name="connsiteX4" fmla="*/ 3308351 w 3657600"/>
              <a:gd name="connsiteY4" fmla="*/ 1028 h 6545835"/>
              <a:gd name="connsiteX5" fmla="*/ 3650505 w 3657600"/>
              <a:gd name="connsiteY5" fmla="*/ 279622 h 6545835"/>
              <a:gd name="connsiteX6" fmla="*/ 3657600 w 3657600"/>
              <a:gd name="connsiteY6" fmla="*/ 349930 h 6545835"/>
              <a:gd name="connsiteX7" fmla="*/ 3657600 w 3657600"/>
              <a:gd name="connsiteY7" fmla="*/ 5697120 h 6545835"/>
              <a:gd name="connsiteX8" fmla="*/ 3650505 w 3657600"/>
              <a:gd name="connsiteY8" fmla="*/ 5767427 h 6545835"/>
              <a:gd name="connsiteX9" fmla="*/ 3308351 w 3657600"/>
              <a:gd name="connsiteY9" fmla="*/ 6046022 h 6545835"/>
              <a:gd name="connsiteX10" fmla="*/ 2078946 w 3657600"/>
              <a:gd name="connsiteY10" fmla="*/ 6046022 h 6545835"/>
              <a:gd name="connsiteX11" fmla="*/ 1828800 w 3657600"/>
              <a:gd name="connsiteY11" fmla="*/ 6295926 h 6545835"/>
              <a:gd name="connsiteX12" fmla="*/ 1676022 w 3657600"/>
              <a:gd name="connsiteY12" fmla="*/ 6526195 h 6545835"/>
              <a:gd name="connsiteX13" fmla="*/ 1578660 w 3657600"/>
              <a:gd name="connsiteY13" fmla="*/ 6545835 h 6545835"/>
              <a:gd name="connsiteX14" fmla="*/ 349241 w 3657600"/>
              <a:gd name="connsiteY14" fmla="*/ 6545835 h 6545835"/>
              <a:gd name="connsiteX15" fmla="*/ 278864 w 3657600"/>
              <a:gd name="connsiteY15" fmla="*/ 6538746 h 6545835"/>
              <a:gd name="connsiteX16" fmla="*/ 0 w 3657600"/>
              <a:gd name="connsiteY16" fmla="*/ 6196917 h 6545835"/>
              <a:gd name="connsiteX17" fmla="*/ 0 w 3657600"/>
              <a:gd name="connsiteY17" fmla="*/ 348912 h 6545835"/>
              <a:gd name="connsiteX18" fmla="*/ 349250 w 3657600"/>
              <a:gd name="connsiteY18" fmla="*/ 0 h 65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57600" h="6545835">
                <a:moveTo>
                  <a:pt x="349250" y="0"/>
                </a:moveTo>
                <a:lnTo>
                  <a:pt x="1828286" y="0"/>
                </a:lnTo>
                <a:cubicBezTo>
                  <a:pt x="1828572" y="0"/>
                  <a:pt x="1828800" y="230"/>
                  <a:pt x="1828800" y="514"/>
                </a:cubicBezTo>
                <a:cubicBezTo>
                  <a:pt x="1828800" y="798"/>
                  <a:pt x="1829029" y="1028"/>
                  <a:pt x="1829315" y="1028"/>
                </a:cubicBezTo>
                <a:lnTo>
                  <a:pt x="3308351" y="1028"/>
                </a:lnTo>
                <a:cubicBezTo>
                  <a:pt x="3477126" y="1028"/>
                  <a:pt x="3617939" y="120629"/>
                  <a:pt x="3650505" y="279622"/>
                </a:cubicBezTo>
                <a:lnTo>
                  <a:pt x="3657600" y="349930"/>
                </a:lnTo>
                <a:lnTo>
                  <a:pt x="3657600" y="5697120"/>
                </a:lnTo>
                <a:lnTo>
                  <a:pt x="3650505" y="5767427"/>
                </a:lnTo>
                <a:cubicBezTo>
                  <a:pt x="3617939" y="5926419"/>
                  <a:pt x="3477126" y="6046022"/>
                  <a:pt x="3308351" y="6046022"/>
                </a:cubicBezTo>
                <a:lnTo>
                  <a:pt x="2078946" y="6046022"/>
                </a:lnTo>
                <a:cubicBezTo>
                  <a:pt x="1940795" y="6046022"/>
                  <a:pt x="1828800" y="6157909"/>
                  <a:pt x="1828800" y="6295926"/>
                </a:cubicBezTo>
                <a:cubicBezTo>
                  <a:pt x="1828800" y="6399429"/>
                  <a:pt x="1765803" y="6488252"/>
                  <a:pt x="1676022" y="6526195"/>
                </a:cubicBezTo>
                <a:lnTo>
                  <a:pt x="1578660" y="6545835"/>
                </a:lnTo>
                <a:lnTo>
                  <a:pt x="349241" y="6545835"/>
                </a:lnTo>
                <a:lnTo>
                  <a:pt x="278864" y="6538746"/>
                </a:lnTo>
                <a:cubicBezTo>
                  <a:pt x="119715" y="6506205"/>
                  <a:pt x="0" y="6365503"/>
                  <a:pt x="0" y="6196917"/>
                </a:cubicBezTo>
                <a:lnTo>
                  <a:pt x="0" y="348912"/>
                </a:lnTo>
                <a:cubicBezTo>
                  <a:pt x="0" y="156213"/>
                  <a:pt x="156362" y="0"/>
                  <a:pt x="349250" y="0"/>
                </a:cubicBezTo>
                <a:close/>
              </a:path>
            </a:pathLst>
          </a:custGeom>
          <a:blipFill>
            <a:blip r:embed="rId2">
              <a:alphaModFix amt="60000"/>
            </a:blip>
            <a:stretch>
              <a:fillRect/>
            </a:stretch>
          </a:blipFill>
        </p:spPr>
        <p:txBody>
          <a:bodyPr wrap="square">
            <a:noAutofit/>
          </a:bodyPr>
          <a:lstStyle/>
          <a:p>
            <a:endParaRPr lang="en-US"/>
          </a:p>
        </p:txBody>
      </p:sp>
      <p:sp>
        <p:nvSpPr>
          <p:cNvPr id="12" name="Footer Placeholder 11">
            <a:extLst>
              <a:ext uri="{FF2B5EF4-FFF2-40B4-BE49-F238E27FC236}">
                <a16:creationId xmlns:a16="http://schemas.microsoft.com/office/drawing/2014/main" id="{0200DA31-8001-338B-5371-3A7494E8D478}"/>
              </a:ext>
            </a:extLst>
          </p:cNvPr>
          <p:cNvSpPr>
            <a:spLocks noGrp="1"/>
          </p:cNvSpPr>
          <p:nvPr>
            <p:ph type="ftr" sz="quarter" idx="17"/>
          </p:nvPr>
        </p:nvSpPr>
        <p:spPr/>
        <p:txBody>
          <a:bodyPr/>
          <a:lstStyle/>
          <a:p>
            <a:r>
              <a:rPr lang="en-US"/>
              <a:t>Sample Footer Text</a:t>
            </a:r>
          </a:p>
        </p:txBody>
      </p:sp>
      <p:sp>
        <p:nvSpPr>
          <p:cNvPr id="11" name="Date Placeholder 10">
            <a:extLst>
              <a:ext uri="{FF2B5EF4-FFF2-40B4-BE49-F238E27FC236}">
                <a16:creationId xmlns:a16="http://schemas.microsoft.com/office/drawing/2014/main" id="{261ED7C0-4B00-0749-E13A-727478511638}"/>
              </a:ext>
            </a:extLst>
          </p:cNvPr>
          <p:cNvSpPr>
            <a:spLocks noGrp="1"/>
          </p:cNvSpPr>
          <p:nvPr>
            <p:ph type="dt" sz="half" idx="16"/>
          </p:nvPr>
        </p:nvSpPr>
        <p:spPr>
          <a:xfrm>
            <a:off x="5819829" y="6340475"/>
            <a:ext cx="1800171" cy="365125"/>
          </a:xfrm>
        </p:spPr>
        <p:txBody>
          <a:bodyPr/>
          <a:lstStyle/>
          <a:p>
            <a:fld id="{3FE5D550-C18F-9046-9823-1666101C984D}" type="datetime1">
              <a:rPr lang="en-US" smtClean="0"/>
              <a:t>12/20/2025</a:t>
            </a:fld>
            <a:endParaRPr lang="en-US"/>
          </a:p>
        </p:txBody>
      </p:sp>
      <p:sp>
        <p:nvSpPr>
          <p:cNvPr id="13" name="Slide Number Placeholder 12">
            <a:extLst>
              <a:ext uri="{FF2B5EF4-FFF2-40B4-BE49-F238E27FC236}">
                <a16:creationId xmlns:a16="http://schemas.microsoft.com/office/drawing/2014/main" id="{C084553E-C102-DA3B-F180-DD397211326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623733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9746344-2F7D-4A55-E6DD-6BBEF41A7B66}"/>
              </a:ext>
            </a:extLst>
          </p:cNvPr>
          <p:cNvSpPr>
            <a:spLocks noGrp="1"/>
          </p:cNvSpPr>
          <p:nvPr>
            <p:ph type="title"/>
          </p:nvPr>
        </p:nvSpPr>
        <p:spPr>
          <a:xfrm>
            <a:off x="381000" y="709099"/>
            <a:ext cx="4572000" cy="1348301"/>
          </a:xfrm>
          <a:prstGeom prst="rect">
            <a:avLst/>
          </a:prstGeo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C45C96D9-D192-32BB-6CEF-7F4A787A921E}"/>
              </a:ext>
            </a:extLst>
          </p:cNvPr>
          <p:cNvSpPr>
            <a:spLocks noGrp="1"/>
          </p:cNvSpPr>
          <p:nvPr>
            <p:ph type="pic" sz="quarter" idx="15"/>
          </p:nvPr>
        </p:nvSpPr>
        <p:spPr>
          <a:xfrm>
            <a:off x="387926" y="2590800"/>
            <a:ext cx="4578206" cy="3560521"/>
          </a:xfrm>
          <a:custGeom>
            <a:avLst/>
            <a:gdLst>
              <a:gd name="connsiteX0" fmla="*/ 345466 w 4114800"/>
              <a:gd name="connsiteY0" fmla="*/ 0 h 3200125"/>
              <a:gd name="connsiteX1" fmla="*/ 3769335 w 4114800"/>
              <a:gd name="connsiteY1" fmla="*/ 0 h 3200125"/>
              <a:gd name="connsiteX2" fmla="*/ 3835937 w 4114800"/>
              <a:gd name="connsiteY2" fmla="*/ 6705 h 3200125"/>
              <a:gd name="connsiteX3" fmla="*/ 4114800 w 4114800"/>
              <a:gd name="connsiteY3" fmla="*/ 348409 h 3200125"/>
              <a:gd name="connsiteX4" fmla="*/ 4114800 w 4114800"/>
              <a:gd name="connsiteY4" fmla="*/ 2851335 h 3200125"/>
              <a:gd name="connsiteX5" fmla="*/ 3765550 w 4114800"/>
              <a:gd name="connsiteY5" fmla="*/ 3200125 h 3200125"/>
              <a:gd name="connsiteX6" fmla="*/ 349250 w 4114800"/>
              <a:gd name="connsiteY6" fmla="*/ 3200125 h 3200125"/>
              <a:gd name="connsiteX7" fmla="*/ 0 w 4114800"/>
              <a:gd name="connsiteY7" fmla="*/ 2851335 h 3200125"/>
              <a:gd name="connsiteX8" fmla="*/ 0 w 4114800"/>
              <a:gd name="connsiteY8" fmla="*/ 348409 h 3200125"/>
              <a:gd name="connsiteX9" fmla="*/ 278864 w 4114800"/>
              <a:gd name="connsiteY9" fmla="*/ 6705 h 32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800" h="3200125">
                <a:moveTo>
                  <a:pt x="345466" y="0"/>
                </a:moveTo>
                <a:lnTo>
                  <a:pt x="3769335" y="0"/>
                </a:lnTo>
                <a:lnTo>
                  <a:pt x="3835937" y="6705"/>
                </a:lnTo>
                <a:cubicBezTo>
                  <a:pt x="3995086" y="39229"/>
                  <a:pt x="4114800" y="179857"/>
                  <a:pt x="4114800" y="348409"/>
                </a:cubicBezTo>
                <a:lnTo>
                  <a:pt x="4114800" y="2851335"/>
                </a:lnTo>
                <a:cubicBezTo>
                  <a:pt x="4114800" y="3043969"/>
                  <a:pt x="3958438" y="3200125"/>
                  <a:pt x="3765550" y="3200125"/>
                </a:cubicBezTo>
                <a:lnTo>
                  <a:pt x="349250" y="3200125"/>
                </a:lnTo>
                <a:cubicBezTo>
                  <a:pt x="156364" y="3200125"/>
                  <a:pt x="0" y="3043969"/>
                  <a:pt x="0" y="2851335"/>
                </a:cubicBezTo>
                <a:lnTo>
                  <a:pt x="0" y="348409"/>
                </a:lnTo>
                <a:cubicBezTo>
                  <a:pt x="0" y="179857"/>
                  <a:pt x="119716" y="39229"/>
                  <a:pt x="278864" y="6705"/>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38800" y="706803"/>
            <a:ext cx="6172200" cy="546539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38C66154-743D-C7F5-97C4-2FAB2B6A1D3C}"/>
              </a:ext>
            </a:extLst>
          </p:cNvPr>
          <p:cNvSpPr>
            <a:spLocks noGrp="1"/>
          </p:cNvSpPr>
          <p:nvPr>
            <p:ph type="ftr" sz="quarter" idx="17"/>
          </p:nvPr>
        </p:nvSpPr>
        <p:spPr/>
        <p:txBody>
          <a:bodyPr/>
          <a:lstStyle/>
          <a:p>
            <a:r>
              <a:rPr lang="en-US"/>
              <a:t>Sample Footer Text</a:t>
            </a:r>
          </a:p>
        </p:txBody>
      </p:sp>
      <p:sp>
        <p:nvSpPr>
          <p:cNvPr id="13" name="Date Placeholder 12">
            <a:extLst>
              <a:ext uri="{FF2B5EF4-FFF2-40B4-BE49-F238E27FC236}">
                <a16:creationId xmlns:a16="http://schemas.microsoft.com/office/drawing/2014/main" id="{AA3F3A86-D339-7100-3E81-E5798445D506}"/>
              </a:ext>
            </a:extLst>
          </p:cNvPr>
          <p:cNvSpPr>
            <a:spLocks noGrp="1"/>
          </p:cNvSpPr>
          <p:nvPr>
            <p:ph type="dt" sz="half" idx="16"/>
          </p:nvPr>
        </p:nvSpPr>
        <p:spPr/>
        <p:txBody>
          <a:bodyPr/>
          <a:lstStyle/>
          <a:p>
            <a:fld id="{345EA323-74B6-5848-92CE-4C72A64B8493}" type="datetime1">
              <a:rPr lang="en-US" smtClean="0"/>
              <a:t>12/20/2025</a:t>
            </a:fld>
            <a:endParaRPr lang="en-US"/>
          </a:p>
        </p:txBody>
      </p:sp>
      <p:sp>
        <p:nvSpPr>
          <p:cNvPr id="15" name="Slide Number Placeholder 14">
            <a:extLst>
              <a:ext uri="{FF2B5EF4-FFF2-40B4-BE49-F238E27FC236}">
                <a16:creationId xmlns:a16="http://schemas.microsoft.com/office/drawing/2014/main" id="{FEDCFD90-149A-5BBC-51D0-89BB36B9E80A}"/>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7628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81000" y="709098"/>
            <a:ext cx="4114800" cy="1805502"/>
          </a:xfrm>
          <a:prstGeom prst="rect">
            <a:avLst/>
          </a:prstGeom>
        </p:spPr>
        <p:txBody>
          <a:bodyPr anchor="t">
            <a:normAutofit/>
          </a:bodyPr>
          <a:lstStyle>
            <a:lvl1pPr>
              <a:defRPr sz="2800"/>
            </a:lvl1pPr>
          </a:lstStyle>
          <a:p>
            <a:r>
              <a:rPr lang="en-US" dirty="0"/>
              <a:t>Click to edit Master title style</a:t>
            </a:r>
          </a:p>
        </p:txBody>
      </p:sp>
      <p:sp>
        <p:nvSpPr>
          <p:cNvPr id="16" name="Picture Placeholder 15">
            <a:extLst>
              <a:ext uri="{FF2B5EF4-FFF2-40B4-BE49-F238E27FC236}">
                <a16:creationId xmlns:a16="http://schemas.microsoft.com/office/drawing/2014/main" id="{EA2CA930-2485-A4DF-F377-8218AE4BB18E}"/>
              </a:ext>
            </a:extLst>
          </p:cNvPr>
          <p:cNvSpPr>
            <a:spLocks noGrp="1"/>
          </p:cNvSpPr>
          <p:nvPr>
            <p:ph type="pic" sz="quarter" idx="15"/>
          </p:nvPr>
        </p:nvSpPr>
        <p:spPr>
          <a:xfrm>
            <a:off x="381001" y="3090060"/>
            <a:ext cx="4114800" cy="3078972"/>
          </a:xfrm>
          <a:custGeom>
            <a:avLst/>
            <a:gdLst>
              <a:gd name="connsiteX0" fmla="*/ 349250 w 3657600"/>
              <a:gd name="connsiteY0" fmla="*/ 0 h 2736864"/>
              <a:gd name="connsiteX1" fmla="*/ 3308350 w 3657600"/>
              <a:gd name="connsiteY1" fmla="*/ 0 h 2736864"/>
              <a:gd name="connsiteX2" fmla="*/ 3657600 w 3657600"/>
              <a:gd name="connsiteY2" fmla="*/ 348444 h 2736864"/>
              <a:gd name="connsiteX3" fmla="*/ 3657600 w 3657600"/>
              <a:gd name="connsiteY3" fmla="*/ 2388421 h 2736864"/>
              <a:gd name="connsiteX4" fmla="*/ 3308350 w 3657600"/>
              <a:gd name="connsiteY4" fmla="*/ 2736864 h 2736864"/>
              <a:gd name="connsiteX5" fmla="*/ 349250 w 3657600"/>
              <a:gd name="connsiteY5" fmla="*/ 2736864 h 2736864"/>
              <a:gd name="connsiteX6" fmla="*/ 0 w 3657600"/>
              <a:gd name="connsiteY6" fmla="*/ 2388421 h 2736864"/>
              <a:gd name="connsiteX7" fmla="*/ 0 w 3657600"/>
              <a:gd name="connsiteY7" fmla="*/ 348444 h 2736864"/>
              <a:gd name="connsiteX8" fmla="*/ 349250 w 3657600"/>
              <a:gd name="connsiteY8" fmla="*/ 0 h 2736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7600" h="2736864">
                <a:moveTo>
                  <a:pt x="349250" y="0"/>
                </a:moveTo>
                <a:lnTo>
                  <a:pt x="3308350" y="0"/>
                </a:lnTo>
                <a:cubicBezTo>
                  <a:pt x="3501238" y="0"/>
                  <a:pt x="3657600" y="156003"/>
                  <a:pt x="3657600" y="348444"/>
                </a:cubicBezTo>
                <a:lnTo>
                  <a:pt x="3657600" y="2388421"/>
                </a:lnTo>
                <a:cubicBezTo>
                  <a:pt x="3657600" y="2580863"/>
                  <a:pt x="3501238" y="2736864"/>
                  <a:pt x="3308350" y="2736864"/>
                </a:cubicBezTo>
                <a:lnTo>
                  <a:pt x="349250" y="2736864"/>
                </a:lnTo>
                <a:cubicBezTo>
                  <a:pt x="156364" y="2736864"/>
                  <a:pt x="0" y="2580863"/>
                  <a:pt x="0" y="2388421"/>
                </a:cubicBezTo>
                <a:lnTo>
                  <a:pt x="0" y="348444"/>
                </a:lnTo>
                <a:cubicBezTo>
                  <a:pt x="0" y="156003"/>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629400" cy="546310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FCB87F31-D334-B77F-23ED-BC9392A5A190}"/>
              </a:ext>
            </a:extLst>
          </p:cNvPr>
          <p:cNvSpPr>
            <a:spLocks noGrp="1"/>
          </p:cNvSpPr>
          <p:nvPr>
            <p:ph type="ftr" sz="quarter" idx="17"/>
          </p:nvPr>
        </p:nvSpPr>
        <p:spPr/>
        <p:txBody>
          <a:bodyPr/>
          <a:lstStyle/>
          <a:p>
            <a:r>
              <a:rPr lang="en-US"/>
              <a:t>Sample Footer Text</a:t>
            </a:r>
          </a:p>
        </p:txBody>
      </p:sp>
      <p:sp>
        <p:nvSpPr>
          <p:cNvPr id="17" name="Date Placeholder 16">
            <a:extLst>
              <a:ext uri="{FF2B5EF4-FFF2-40B4-BE49-F238E27FC236}">
                <a16:creationId xmlns:a16="http://schemas.microsoft.com/office/drawing/2014/main" id="{CFC38238-FDEF-8175-D965-3AB225B3E4DC}"/>
              </a:ext>
            </a:extLst>
          </p:cNvPr>
          <p:cNvSpPr>
            <a:spLocks noGrp="1"/>
          </p:cNvSpPr>
          <p:nvPr>
            <p:ph type="dt" sz="half" idx="16"/>
          </p:nvPr>
        </p:nvSpPr>
        <p:spPr/>
        <p:txBody>
          <a:bodyPr/>
          <a:lstStyle/>
          <a:p>
            <a:fld id="{7EB7FF3F-DA9F-314F-9D49-20971D537C61}" type="datetime1">
              <a:rPr lang="en-US" smtClean="0"/>
              <a:t>12/20/2025</a:t>
            </a:fld>
            <a:endParaRPr lang="en-US"/>
          </a:p>
        </p:txBody>
      </p:sp>
      <p:sp>
        <p:nvSpPr>
          <p:cNvPr id="19" name="Slide Number Placeholder 18">
            <a:extLst>
              <a:ext uri="{FF2B5EF4-FFF2-40B4-BE49-F238E27FC236}">
                <a16:creationId xmlns:a16="http://schemas.microsoft.com/office/drawing/2014/main" id="{1C67D1B5-265C-82B0-F8CD-079589F0A1C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0168536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pic>
        <p:nvPicPr>
          <p:cNvPr id="18" name="Picture 17" descr="A close up of a colorful background&#10;&#10;AI-generated content may be incorrect.">
            <a:extLst>
              <a:ext uri="{FF2B5EF4-FFF2-40B4-BE49-F238E27FC236}">
                <a16:creationId xmlns:a16="http://schemas.microsoft.com/office/drawing/2014/main" id="{B88F4B1A-8CA8-A34A-4954-AE7A09F852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3469D919-6BEC-1146-C73F-9E159C2CBC47}"/>
              </a:ext>
            </a:extLst>
          </p:cNvPr>
          <p:cNvSpPr>
            <a:spLocks noGrp="1"/>
          </p:cNvSpPr>
          <p:nvPr>
            <p:ph type="title"/>
          </p:nvPr>
        </p:nvSpPr>
        <p:spPr>
          <a:xfrm>
            <a:off x="1523999" y="5020235"/>
            <a:ext cx="9144001" cy="933304"/>
          </a:xfrm>
        </p:spPr>
        <p:txBody>
          <a:bodyPr anchor="t">
            <a:normAutofit/>
          </a:bodyPr>
          <a:lstStyle>
            <a:lvl1pPr algn="ctr">
              <a:lnSpc>
                <a:spcPct val="110000"/>
              </a:lnSpc>
              <a:defRPr sz="2200" b="0" i="0" cap="all" baseline="0">
                <a:solidFill>
                  <a:schemeClr val="tx1"/>
                </a:solidFill>
                <a:latin typeface="+mn-lt"/>
                <a:cs typeface="Segoe UI" panose="020B0502040204020203" pitchFamily="34" charset="0"/>
              </a:defRPr>
            </a:lvl1pPr>
          </a:lstStyle>
          <a:p>
            <a:r>
              <a:rPr lang="en-US" dirty="0"/>
              <a:t>Click to edit Master title style</a:t>
            </a:r>
          </a:p>
        </p:txBody>
      </p:sp>
      <p:sp>
        <p:nvSpPr>
          <p:cNvPr id="9" name="Content Placeholder 6">
            <a:extLst>
              <a:ext uri="{FF2B5EF4-FFF2-40B4-BE49-F238E27FC236}">
                <a16:creationId xmlns:a16="http://schemas.microsoft.com/office/drawing/2014/main" id="{7CDAC417-B61F-30A2-725C-3CF74077D955}"/>
              </a:ext>
            </a:extLst>
          </p:cNvPr>
          <p:cNvSpPr>
            <a:spLocks noGrp="1"/>
          </p:cNvSpPr>
          <p:nvPr>
            <p:ph sz="quarter" idx="13" hasCustomPrompt="1"/>
          </p:nvPr>
        </p:nvSpPr>
        <p:spPr>
          <a:xfrm>
            <a:off x="381000" y="1219200"/>
            <a:ext cx="11423901" cy="4334435"/>
          </a:xfrm>
        </p:spPr>
        <p:txBody>
          <a:bodyPr anchor="ctr">
            <a:normAutofit/>
          </a:bodyPr>
          <a:lstStyle>
            <a:lvl1pPr marL="0" indent="0" algn="ctr">
              <a:lnSpc>
                <a:spcPct val="90000"/>
              </a:lnSpc>
              <a:buNone/>
              <a:defRPr sz="32000" b="0" i="0">
                <a:solidFill>
                  <a:schemeClr val="tx1"/>
                </a:solidFill>
                <a:latin typeface="+mj-lt"/>
                <a:cs typeface="Biome" panose="020B0503030204020804" pitchFamily="34" charset="0"/>
              </a:defRPr>
            </a:lvl1pPr>
          </a:lstStyle>
          <a:p>
            <a:pPr lvl="0"/>
            <a:r>
              <a:rPr lang="en-US" dirty="0"/>
              <a:t>##%</a:t>
            </a:r>
          </a:p>
        </p:txBody>
      </p:sp>
      <p:sp>
        <p:nvSpPr>
          <p:cNvPr id="3" name="Footer Placeholder 2">
            <a:extLst>
              <a:ext uri="{FF2B5EF4-FFF2-40B4-BE49-F238E27FC236}">
                <a16:creationId xmlns:a16="http://schemas.microsoft.com/office/drawing/2014/main" id="{BABF7456-2994-4EAE-3371-7D91481A9940}"/>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368108BC-C075-0A9E-0B2B-E7A83353BBC9}"/>
              </a:ext>
            </a:extLst>
          </p:cNvPr>
          <p:cNvSpPr>
            <a:spLocks noGrp="1"/>
          </p:cNvSpPr>
          <p:nvPr>
            <p:ph type="dt" sz="half" idx="14"/>
          </p:nvPr>
        </p:nvSpPr>
        <p:spPr/>
        <p:txBody>
          <a:bodyPr/>
          <a:lstStyle>
            <a:lvl1pPr>
              <a:defRPr>
                <a:solidFill>
                  <a:schemeClr val="tx1"/>
                </a:solidFill>
              </a:defRPr>
            </a:lvl1pPr>
          </a:lstStyle>
          <a:p>
            <a:fld id="{BB684DC2-C5AB-E14B-8633-21D19F683F0B}" type="datetime1">
              <a:rPr lang="en-US" smtClean="0"/>
              <a:pPr/>
              <a:t>12/20/2025</a:t>
            </a:fld>
            <a:endParaRPr lang="en-US"/>
          </a:p>
        </p:txBody>
      </p:sp>
      <p:sp>
        <p:nvSpPr>
          <p:cNvPr id="4" name="Slide Number Placeholder 3">
            <a:extLst>
              <a:ext uri="{FF2B5EF4-FFF2-40B4-BE49-F238E27FC236}">
                <a16:creationId xmlns:a16="http://schemas.microsoft.com/office/drawing/2014/main" id="{2127E1D0-2E0F-F464-3005-274CB18AA4ED}"/>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8513456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1"/>
        </a:solidFill>
        <a:effectLst/>
      </p:bgPr>
    </p:bg>
    <p:spTree>
      <p:nvGrpSpPr>
        <p:cNvPr id="1" name=""/>
        <p:cNvGrpSpPr/>
        <p:nvPr/>
      </p:nvGrpSpPr>
      <p:grpSpPr>
        <a:xfrm>
          <a:off x="0" y="0"/>
          <a:ext cx="0" cy="0"/>
          <a:chOff x="0" y="0"/>
          <a:chExt cx="0" cy="0"/>
        </a:xfrm>
      </p:grpSpPr>
      <p:pic>
        <p:nvPicPr>
          <p:cNvPr id="14" name="Picture 13" descr="A close up of a bubble&#10;&#10;AI-generated content may be incorrect.">
            <a:extLst>
              <a:ext uri="{FF2B5EF4-FFF2-40B4-BE49-F238E27FC236}">
                <a16:creationId xmlns:a16="http://schemas.microsoft.com/office/drawing/2014/main" id="{B151E50E-DC1D-C22C-0C1F-221AA729DA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F65420D2-A6C8-2DFC-2118-B78357CCAA8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CDF9954-8E89-826A-2D28-2C5E18A23406}"/>
              </a:ext>
            </a:extLst>
          </p:cNvPr>
          <p:cNvSpPr>
            <a:spLocks noGrp="1"/>
          </p:cNvSpPr>
          <p:nvPr>
            <p:ph type="title"/>
          </p:nvPr>
        </p:nvSpPr>
        <p:spPr>
          <a:xfrm>
            <a:off x="1523999" y="4876800"/>
            <a:ext cx="9144001" cy="933304"/>
          </a:xfrm>
        </p:spPr>
        <p:txBody>
          <a:bodyPr anchor="t">
            <a:normAutofit/>
          </a:bodyPr>
          <a:lstStyle>
            <a:lvl1pPr algn="ctr">
              <a:lnSpc>
                <a:spcPct val="110000"/>
              </a:lnSpc>
              <a:defRPr sz="2200" b="0" i="0" cap="all" baseline="0">
                <a:solidFill>
                  <a:schemeClr val="tx1"/>
                </a:solidFill>
                <a:latin typeface="+mn-lt"/>
                <a:cs typeface="Segoe UI" panose="020B0502040204020203" pitchFamily="34" charset="0"/>
              </a:defRPr>
            </a:lvl1pPr>
          </a:lstStyle>
          <a:p>
            <a:r>
              <a:rPr lang="en-US"/>
              <a:t>Click to edit Master title style</a:t>
            </a:r>
          </a:p>
        </p:txBody>
      </p:sp>
      <p:sp>
        <p:nvSpPr>
          <p:cNvPr id="7" name="Footer Placeholder 6">
            <a:extLst>
              <a:ext uri="{FF2B5EF4-FFF2-40B4-BE49-F238E27FC236}">
                <a16:creationId xmlns:a16="http://schemas.microsoft.com/office/drawing/2014/main" id="{06FF8955-81FF-5C9E-4367-C787FEB7E923}"/>
              </a:ext>
            </a:extLst>
          </p:cNvPr>
          <p:cNvSpPr>
            <a:spLocks noGrp="1"/>
          </p:cNvSpPr>
          <p:nvPr>
            <p:ph type="ftr" sz="quarter" idx="15"/>
          </p:nvPr>
        </p:nvSpPr>
        <p:spPr>
          <a:xfrm>
            <a:off x="381000" y="158982"/>
            <a:ext cx="3200400" cy="365125"/>
          </a:xfrm>
        </p:spPr>
        <p:txBody>
          <a:bodyPr/>
          <a:lstStyle/>
          <a:p>
            <a:r>
              <a:rPr lang="en-US"/>
              <a:t>Sample Footer Text</a:t>
            </a:r>
          </a:p>
        </p:txBody>
      </p:sp>
      <p:sp>
        <p:nvSpPr>
          <p:cNvPr id="6" name="Date Placeholder 5">
            <a:extLst>
              <a:ext uri="{FF2B5EF4-FFF2-40B4-BE49-F238E27FC236}">
                <a16:creationId xmlns:a16="http://schemas.microsoft.com/office/drawing/2014/main" id="{AE8E656D-8CAF-0BA1-21A3-D813F0C299AC}"/>
              </a:ext>
            </a:extLst>
          </p:cNvPr>
          <p:cNvSpPr>
            <a:spLocks noGrp="1"/>
          </p:cNvSpPr>
          <p:nvPr>
            <p:ph type="dt" sz="half" idx="14"/>
          </p:nvPr>
        </p:nvSpPr>
        <p:spPr>
          <a:xfrm>
            <a:off x="9525000" y="152400"/>
            <a:ext cx="1800171" cy="365125"/>
          </a:xfrm>
        </p:spPr>
        <p:txBody>
          <a:bodyPr/>
          <a:lstStyle/>
          <a:p>
            <a:fld id="{9195CB68-20BB-7D4A-9E92-9AD71D038F2F}" type="datetime1">
              <a:rPr lang="en-US" smtClean="0"/>
              <a:t>12/20/2025</a:t>
            </a:fld>
            <a:endParaRPr lang="en-US"/>
          </a:p>
        </p:txBody>
      </p:sp>
      <p:sp>
        <p:nvSpPr>
          <p:cNvPr id="11" name="Slide Number Placeholder 10">
            <a:extLst>
              <a:ext uri="{FF2B5EF4-FFF2-40B4-BE49-F238E27FC236}">
                <a16:creationId xmlns:a16="http://schemas.microsoft.com/office/drawing/2014/main" id="{08E1534F-67F4-FC39-959A-B960911FFF2A}"/>
              </a:ext>
            </a:extLst>
          </p:cNvPr>
          <p:cNvSpPr>
            <a:spLocks noGrp="1"/>
          </p:cNvSpPr>
          <p:nvPr>
            <p:ph type="sldNum" sz="quarter" idx="16"/>
          </p:nvPr>
        </p:nvSpPr>
        <p:spPr>
          <a:xfrm>
            <a:off x="11375694" y="152400"/>
            <a:ext cx="429207" cy="365125"/>
          </a:xfrm>
        </p:spPr>
        <p:txBody>
          <a:bodyPr/>
          <a:lstStyle/>
          <a:p>
            <a:fld id="{AEAA3239-9EA4-4A65-A281-97F994456D9F}" type="slidenum">
              <a:rPr lang="en-US" smtClean="0"/>
              <a:pPr/>
              <a:t>‹#›</a:t>
            </a:fld>
            <a:endParaRPr lang="en-US"/>
          </a:p>
        </p:txBody>
      </p:sp>
      <p:sp>
        <p:nvSpPr>
          <p:cNvPr id="10" name="Content Placeholder 6">
            <a:extLst>
              <a:ext uri="{FF2B5EF4-FFF2-40B4-BE49-F238E27FC236}">
                <a16:creationId xmlns:a16="http://schemas.microsoft.com/office/drawing/2014/main" id="{C93864AC-1E34-CDBA-AC5E-F572F13532E7}"/>
              </a:ext>
            </a:extLst>
          </p:cNvPr>
          <p:cNvSpPr>
            <a:spLocks noGrp="1"/>
          </p:cNvSpPr>
          <p:nvPr>
            <p:ph sz="quarter" idx="13" hasCustomPrompt="1"/>
          </p:nvPr>
        </p:nvSpPr>
        <p:spPr>
          <a:xfrm>
            <a:off x="609601" y="1219200"/>
            <a:ext cx="10972800" cy="4334435"/>
          </a:xfrm>
        </p:spPr>
        <p:txBody>
          <a:bodyPr anchor="ctr">
            <a:normAutofit/>
          </a:bodyPr>
          <a:lstStyle>
            <a:lvl1pPr marL="0" indent="0" algn="ctr">
              <a:lnSpc>
                <a:spcPct val="90000"/>
              </a:lnSpc>
              <a:buNone/>
              <a:defRPr sz="28000" b="0" i="0">
                <a:solidFill>
                  <a:schemeClr val="tx1"/>
                </a:solidFill>
                <a:latin typeface="+mj-lt"/>
                <a:cs typeface="Biome" panose="020B0503030204020804" pitchFamily="34" charset="0"/>
              </a:defRPr>
            </a:lvl1pPr>
          </a:lstStyle>
          <a:p>
            <a:pPr lvl="0"/>
            <a:r>
              <a:rPr lang="en-US" dirty="0"/>
              <a:t>##%</a:t>
            </a:r>
          </a:p>
        </p:txBody>
      </p:sp>
    </p:spTree>
    <p:extLst>
      <p:ext uri="{BB962C8B-B14F-4D97-AF65-F5344CB8AC3E}">
        <p14:creationId xmlns:p14="http://schemas.microsoft.com/office/powerpoint/2010/main" val="33919335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1"/>
        </a:solidFill>
        <a:effectLst/>
      </p:bgPr>
    </p:bg>
    <p:spTree>
      <p:nvGrpSpPr>
        <p:cNvPr id="1" name=""/>
        <p:cNvGrpSpPr/>
        <p:nvPr/>
      </p:nvGrpSpPr>
      <p:grpSpPr>
        <a:xfrm>
          <a:off x="0" y="0"/>
          <a:ext cx="0" cy="0"/>
          <a:chOff x="0" y="0"/>
          <a:chExt cx="0" cy="0"/>
        </a:xfrm>
      </p:grpSpPr>
      <p:pic>
        <p:nvPicPr>
          <p:cNvPr id="17" name="Picture 16" descr="A close up of a pink and blue background&#10;&#10;AI-generated content may be incorrect.">
            <a:extLst>
              <a:ext uri="{FF2B5EF4-FFF2-40B4-BE49-F238E27FC236}">
                <a16:creationId xmlns:a16="http://schemas.microsoft.com/office/drawing/2014/main" id="{EE26E3E4-C73C-05B3-5F0F-3D152F526F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15"/>
            <a:ext cx="12188952" cy="6856285"/>
          </a:xfrm>
          <a:prstGeom prst="rect">
            <a:avLst/>
          </a:prstGeom>
        </p:spPr>
      </p:pic>
      <p:pic>
        <p:nvPicPr>
          <p:cNvPr id="8" name="Graphic 7">
            <a:extLst>
              <a:ext uri="{FF2B5EF4-FFF2-40B4-BE49-F238E27FC236}">
                <a16:creationId xmlns:a16="http://schemas.microsoft.com/office/drawing/2014/main" id="{0A565F90-9406-D8D9-2A7A-FB8CA7E9789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10" name="Title 9">
            <a:extLst>
              <a:ext uri="{FF2B5EF4-FFF2-40B4-BE49-F238E27FC236}">
                <a16:creationId xmlns:a16="http://schemas.microsoft.com/office/drawing/2014/main" id="{9733436F-DF03-C037-5141-6E90FCA81FA9}"/>
              </a:ext>
            </a:extLst>
          </p:cNvPr>
          <p:cNvSpPr>
            <a:spLocks noGrp="1"/>
          </p:cNvSpPr>
          <p:nvPr>
            <p:ph type="title"/>
          </p:nvPr>
        </p:nvSpPr>
        <p:spPr>
          <a:xfrm>
            <a:off x="4724400" y="5029201"/>
            <a:ext cx="6858000" cy="1059806"/>
          </a:xfrm>
        </p:spPr>
        <p:txBody>
          <a:bodyPr anchor="ctr"/>
          <a:lstStyle>
            <a:lvl1pPr>
              <a:lnSpc>
                <a:spcPct val="110000"/>
              </a:lnSpc>
              <a:defRPr sz="2200">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3ADBA34-7E08-D5CF-9B8C-ABC3777215BC}"/>
              </a:ext>
            </a:extLst>
          </p:cNvPr>
          <p:cNvSpPr>
            <a:spLocks noGrp="1"/>
          </p:cNvSpPr>
          <p:nvPr>
            <p:ph sz="quarter" idx="17" hasCustomPrompt="1"/>
          </p:nvPr>
        </p:nvSpPr>
        <p:spPr>
          <a:xfrm>
            <a:off x="609600" y="1066800"/>
            <a:ext cx="10972800" cy="4041648"/>
          </a:xfrm>
        </p:spPr>
        <p:txBody>
          <a:bodyPr anchor="ctr"/>
          <a:lstStyle>
            <a:lvl1pPr>
              <a:lnSpc>
                <a:spcPct val="90000"/>
              </a:lnSpc>
              <a:defRPr sz="32000">
                <a:latin typeface="+mj-lt"/>
              </a:defRPr>
            </a:lvl1pPr>
          </a:lstStyle>
          <a:p>
            <a:pPr lvl="0"/>
            <a:r>
              <a:rPr lang="en-US" dirty="0"/>
              <a:t>##%</a:t>
            </a:r>
          </a:p>
        </p:txBody>
      </p:sp>
      <p:sp>
        <p:nvSpPr>
          <p:cNvPr id="3" name="Footer Placeholder 2">
            <a:extLst>
              <a:ext uri="{FF2B5EF4-FFF2-40B4-BE49-F238E27FC236}">
                <a16:creationId xmlns:a16="http://schemas.microsoft.com/office/drawing/2014/main" id="{33231733-5D4C-7A42-4F95-61D85EEAF5F5}"/>
              </a:ext>
            </a:extLst>
          </p:cNvPr>
          <p:cNvSpPr>
            <a:spLocks noGrp="1"/>
          </p:cNvSpPr>
          <p:nvPr>
            <p:ph type="ftr" sz="quarter" idx="15"/>
          </p:nvPr>
        </p:nvSpPr>
        <p:spPr/>
        <p:txBody>
          <a:bodyPr/>
          <a:lstStyle/>
          <a:p>
            <a:r>
              <a:rPr lang="en-US" dirty="0"/>
              <a:t>Sample Footer Text</a:t>
            </a:r>
          </a:p>
        </p:txBody>
      </p:sp>
      <p:sp>
        <p:nvSpPr>
          <p:cNvPr id="2" name="Date Placeholder 1">
            <a:extLst>
              <a:ext uri="{FF2B5EF4-FFF2-40B4-BE49-F238E27FC236}">
                <a16:creationId xmlns:a16="http://schemas.microsoft.com/office/drawing/2014/main" id="{56416323-93D8-EC57-3DB5-CC2794D1BC38}"/>
              </a:ext>
            </a:extLst>
          </p:cNvPr>
          <p:cNvSpPr>
            <a:spLocks noGrp="1"/>
          </p:cNvSpPr>
          <p:nvPr>
            <p:ph type="dt" sz="half" idx="14"/>
          </p:nvPr>
        </p:nvSpPr>
        <p:spPr/>
        <p:txBody>
          <a:bodyPr/>
          <a:lstStyle/>
          <a:p>
            <a:fld id="{FAF93496-2377-444C-B645-EBE751409D0E}" type="datetime1">
              <a:rPr lang="en-US" smtClean="0"/>
              <a:t>12/20/2025</a:t>
            </a:fld>
            <a:endParaRPr lang="en-US"/>
          </a:p>
        </p:txBody>
      </p:sp>
      <p:sp>
        <p:nvSpPr>
          <p:cNvPr id="4" name="Slide Number Placeholder 3">
            <a:extLst>
              <a:ext uri="{FF2B5EF4-FFF2-40B4-BE49-F238E27FC236}">
                <a16:creationId xmlns:a16="http://schemas.microsoft.com/office/drawing/2014/main" id="{E0ECA7AA-A42C-BDBA-AA41-F842F560A9F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543294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pic>
        <p:nvPicPr>
          <p:cNvPr id="13" name="Picture 12" descr="A blue and pink gradient&#10;&#10;AI-generated content may be incorrect.">
            <a:extLst>
              <a:ext uri="{FF2B5EF4-FFF2-40B4-BE49-F238E27FC236}">
                <a16:creationId xmlns:a16="http://schemas.microsoft.com/office/drawing/2014/main" id="{B7C75419-CE9A-C722-14D8-AEB75E4273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7">
            <a:extLst>
              <a:ext uri="{FF2B5EF4-FFF2-40B4-BE49-F238E27FC236}">
                <a16:creationId xmlns:a16="http://schemas.microsoft.com/office/drawing/2014/main" id="{BF766998-B646-F579-CEC0-CC818F8ADF79}"/>
              </a:ext>
            </a:extLst>
          </p:cNvPr>
          <p:cNvSpPr/>
          <p:nvPr/>
        </p:nvSpPr>
        <p:spPr>
          <a:xfrm rot="10800000">
            <a:off x="898" y="0"/>
            <a:ext cx="12185643" cy="6858000"/>
          </a:xfrm>
          <a:custGeom>
            <a:avLst/>
            <a:gdLst>
              <a:gd name="connsiteX0" fmla="*/ 12185643 w 12185643"/>
              <a:gd name="connsiteY0" fmla="*/ 6858000 h 6858000"/>
              <a:gd name="connsiteX1" fmla="*/ 0 w 12185643"/>
              <a:gd name="connsiteY1" fmla="*/ 6858000 h 6858000"/>
              <a:gd name="connsiteX2" fmla="*/ 0 w 12185643"/>
              <a:gd name="connsiteY2" fmla="*/ 0 h 6858000"/>
              <a:gd name="connsiteX3" fmla="*/ 12185643 w 12185643"/>
              <a:gd name="connsiteY3" fmla="*/ 0 h 6858000"/>
              <a:gd name="connsiteX4" fmla="*/ 12185643 w 12185643"/>
              <a:gd name="connsiteY4" fmla="*/ 6858000 h 6858000"/>
              <a:gd name="connsiteX5" fmla="*/ 501389 w 12185643"/>
              <a:gd name="connsiteY5" fmla="*/ 694246 h 6858000"/>
              <a:gd name="connsiteX6" fmla="*/ 152321 w 12185643"/>
              <a:gd name="connsiteY6" fmla="*/ 1043496 h 6858000"/>
              <a:gd name="connsiteX7" fmla="*/ 152321 w 12185643"/>
              <a:gd name="connsiteY7" fmla="*/ 6356350 h 6858000"/>
              <a:gd name="connsiteX8" fmla="*/ 501389 w 12185643"/>
              <a:gd name="connsiteY8" fmla="*/ 6705600 h 6858000"/>
              <a:gd name="connsiteX9" fmla="*/ 11684254 w 12185643"/>
              <a:gd name="connsiteY9" fmla="*/ 6705600 h 6858000"/>
              <a:gd name="connsiteX10" fmla="*/ 12033323 w 12185643"/>
              <a:gd name="connsiteY10" fmla="*/ 6356350 h 6858000"/>
              <a:gd name="connsiteX11" fmla="*/ 12033323 w 12185643"/>
              <a:gd name="connsiteY11" fmla="*/ 1043496 h 6858000"/>
              <a:gd name="connsiteX12" fmla="*/ 11684254 w 12185643"/>
              <a:gd name="connsiteY12" fmla="*/ 694246 h 6858000"/>
              <a:gd name="connsiteX13" fmla="*/ 501389 w 12185643"/>
              <a:gd name="connsiteY13" fmla="*/ 6942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85643" h="6858000">
                <a:moveTo>
                  <a:pt x="12185643" y="6858000"/>
                </a:moveTo>
                <a:lnTo>
                  <a:pt x="0" y="6858000"/>
                </a:lnTo>
                <a:lnTo>
                  <a:pt x="0" y="0"/>
                </a:lnTo>
                <a:lnTo>
                  <a:pt x="12185643" y="0"/>
                </a:lnTo>
                <a:lnTo>
                  <a:pt x="12185643" y="6858000"/>
                </a:lnTo>
                <a:close/>
                <a:moveTo>
                  <a:pt x="501389" y="694246"/>
                </a:moveTo>
                <a:cubicBezTo>
                  <a:pt x="308604" y="694246"/>
                  <a:pt x="152321" y="850608"/>
                  <a:pt x="152321" y="1043496"/>
                </a:cubicBezTo>
                <a:lnTo>
                  <a:pt x="152321" y="6356350"/>
                </a:lnTo>
                <a:cubicBezTo>
                  <a:pt x="152321" y="6549263"/>
                  <a:pt x="308604" y="6705600"/>
                  <a:pt x="501389" y="6705600"/>
                </a:cubicBezTo>
                <a:lnTo>
                  <a:pt x="11684254" y="6705600"/>
                </a:lnTo>
                <a:cubicBezTo>
                  <a:pt x="11877067" y="6705600"/>
                  <a:pt x="12033323" y="6549263"/>
                  <a:pt x="12033323" y="6356350"/>
                </a:cubicBezTo>
                <a:lnTo>
                  <a:pt x="12033323" y="1043496"/>
                </a:lnTo>
                <a:cubicBezTo>
                  <a:pt x="12033323" y="850608"/>
                  <a:pt x="11877067" y="694246"/>
                  <a:pt x="11684254" y="694246"/>
                </a:cubicBezTo>
                <a:lnTo>
                  <a:pt x="501389" y="694246"/>
                </a:lnTo>
                <a:close/>
              </a:path>
            </a:pathLst>
          </a:custGeom>
          <a:solidFill>
            <a:schemeClr val="bg1"/>
          </a:solidFill>
          <a:ln w="6347" cap="flat">
            <a:noFill/>
            <a:prstDash val="solid"/>
            <a:miter/>
          </a:ln>
        </p:spPr>
        <p:txBody>
          <a:bodyPr rtlCol="0" anchor="ctr"/>
          <a:lstStyle/>
          <a:p>
            <a:endParaRPr lang="en-US">
              <a:solidFill>
                <a:schemeClr val="tx1"/>
              </a:solidFill>
            </a:endParaRPr>
          </a:p>
        </p:txBody>
      </p:sp>
      <p:sp>
        <p:nvSpPr>
          <p:cNvPr id="11" name="Title 10">
            <a:extLst>
              <a:ext uri="{FF2B5EF4-FFF2-40B4-BE49-F238E27FC236}">
                <a16:creationId xmlns:a16="http://schemas.microsoft.com/office/drawing/2014/main" id="{E0ABE5B9-4225-A306-2DAC-75E06A7BC64C}"/>
              </a:ext>
            </a:extLst>
          </p:cNvPr>
          <p:cNvSpPr>
            <a:spLocks noGrp="1"/>
          </p:cNvSpPr>
          <p:nvPr>
            <p:ph type="title"/>
          </p:nvPr>
        </p:nvSpPr>
        <p:spPr>
          <a:xfrm>
            <a:off x="604838" y="4730435"/>
            <a:ext cx="8234362" cy="908365"/>
          </a:xfrm>
        </p:spPr>
        <p:txBody>
          <a:bodyPr>
            <a:normAutofit/>
          </a:bodyPr>
          <a:lstStyle>
            <a:lvl1pPr>
              <a:lnSpc>
                <a:spcPct val="110000"/>
              </a:lnSpc>
              <a:defRPr sz="2400">
                <a:latin typeface="+mn-lt"/>
              </a:defRPr>
            </a:lvl1pPr>
          </a:lstStyle>
          <a:p>
            <a:r>
              <a:rPr lang="en-US" dirty="0"/>
              <a:t>Click to edit Master title style</a:t>
            </a:r>
          </a:p>
        </p:txBody>
      </p:sp>
      <p:sp>
        <p:nvSpPr>
          <p:cNvPr id="9" name="Content Placeholder 8">
            <a:extLst>
              <a:ext uri="{FF2B5EF4-FFF2-40B4-BE49-F238E27FC236}">
                <a16:creationId xmlns:a16="http://schemas.microsoft.com/office/drawing/2014/main" id="{37C34C59-51DE-1A41-1297-289A4EEC9610}"/>
              </a:ext>
            </a:extLst>
          </p:cNvPr>
          <p:cNvSpPr>
            <a:spLocks noGrp="1"/>
          </p:cNvSpPr>
          <p:nvPr>
            <p:ph sz="quarter" idx="17" hasCustomPrompt="1"/>
          </p:nvPr>
        </p:nvSpPr>
        <p:spPr>
          <a:xfrm>
            <a:off x="604838" y="838200"/>
            <a:ext cx="11199812" cy="3657600"/>
          </a:xfrm>
        </p:spPr>
        <p:txBody>
          <a:bodyPr/>
          <a:lstStyle>
            <a:lvl1pPr>
              <a:lnSpc>
                <a:spcPct val="90000"/>
              </a:lnSpc>
              <a:defRPr sz="27800">
                <a:latin typeface="+mj-lt"/>
              </a:defRPr>
            </a:lvl1pPr>
          </a:lstStyle>
          <a:p>
            <a:pPr lvl="0"/>
            <a:r>
              <a:rPr lang="en-US" dirty="0"/>
              <a:t>##%</a:t>
            </a:r>
          </a:p>
        </p:txBody>
      </p:sp>
      <p:sp>
        <p:nvSpPr>
          <p:cNvPr id="4" name="Footer Placeholder 3">
            <a:extLst>
              <a:ext uri="{FF2B5EF4-FFF2-40B4-BE49-F238E27FC236}">
                <a16:creationId xmlns:a16="http://schemas.microsoft.com/office/drawing/2014/main" id="{807D394B-A85B-3F18-7A00-F6903DB9D2C0}"/>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74D33632-66A2-3497-6DB8-C0BAE37B2ED2}"/>
              </a:ext>
            </a:extLst>
          </p:cNvPr>
          <p:cNvSpPr>
            <a:spLocks noGrp="1"/>
          </p:cNvSpPr>
          <p:nvPr>
            <p:ph type="dt" sz="half" idx="14"/>
          </p:nvPr>
        </p:nvSpPr>
        <p:spPr/>
        <p:txBody>
          <a:bodyPr/>
          <a:lstStyle>
            <a:lvl1pPr>
              <a:defRPr>
                <a:solidFill>
                  <a:schemeClr val="tx1"/>
                </a:solidFill>
              </a:defRPr>
            </a:lvl1pPr>
          </a:lstStyle>
          <a:p>
            <a:fld id="{B29FD2E1-2E7E-4E47-A0E4-B8C330155E6A}" type="datetime1">
              <a:rPr lang="en-US" smtClean="0"/>
              <a:pPr/>
              <a:t>12/20/2025</a:t>
            </a:fld>
            <a:endParaRPr lang="en-US"/>
          </a:p>
        </p:txBody>
      </p:sp>
      <p:sp>
        <p:nvSpPr>
          <p:cNvPr id="5" name="Slide Number Placeholder 4">
            <a:extLst>
              <a:ext uri="{FF2B5EF4-FFF2-40B4-BE49-F238E27FC236}">
                <a16:creationId xmlns:a16="http://schemas.microsoft.com/office/drawing/2014/main" id="{3CD18E61-F2C7-CBF8-114B-A1C90515377C}"/>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81569615"/>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p:bg>
      <p:bgRef idx="1001">
        <a:schemeClr val="bg1"/>
      </p:bgRef>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CEC02AF0-2629-8770-A541-3F1617189E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D9950417-35F4-F816-8A7A-09C28E5F63A3}"/>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9" name="Content Placeholder 6">
            <a:extLst>
              <a:ext uri="{FF2B5EF4-FFF2-40B4-BE49-F238E27FC236}">
                <a16:creationId xmlns:a16="http://schemas.microsoft.com/office/drawing/2014/main" id="{85FC488E-5BA5-381F-F5F2-7A6D1B220906}"/>
              </a:ext>
            </a:extLst>
          </p:cNvPr>
          <p:cNvSpPr>
            <a:spLocks noGrp="1"/>
          </p:cNvSpPr>
          <p:nvPr>
            <p:ph sz="quarter" idx="13" hasCustomPrompt="1"/>
          </p:nvPr>
        </p:nvSpPr>
        <p:spPr>
          <a:xfrm>
            <a:off x="381000" y="685800"/>
            <a:ext cx="11430000" cy="5486400"/>
          </a:xfrm>
        </p:spPr>
        <p:txBody>
          <a:bodyPr anchor="t">
            <a:normAutofit/>
          </a:bodyPr>
          <a:lstStyle>
            <a:lvl1pPr marL="0" indent="0">
              <a:lnSpc>
                <a:spcPct val="90000"/>
              </a:lnSpc>
              <a:buNone/>
              <a:defRPr sz="8000" b="0">
                <a:solidFill>
                  <a:schemeClr val="tx1"/>
                </a:solidFill>
              </a:defRPr>
            </a:lvl1pPr>
            <a:lvl2pPr marL="228600" indent="0">
              <a:lnSpc>
                <a:spcPct val="90000"/>
              </a:lnSpc>
              <a:buNone/>
              <a:defRPr sz="7200" b="0">
                <a:solidFill>
                  <a:schemeClr val="tx1"/>
                </a:solidFill>
              </a:defRPr>
            </a:lvl2pPr>
            <a:lvl3pPr marL="457200" indent="0">
              <a:lnSpc>
                <a:spcPct val="90000"/>
              </a:lnSpc>
              <a:buNone/>
              <a:defRPr sz="6600" b="0">
                <a:solidFill>
                  <a:schemeClr val="tx1"/>
                </a:solidFill>
              </a:defRPr>
            </a:lvl3pPr>
            <a:lvl4pPr marL="685800" indent="0">
              <a:lnSpc>
                <a:spcPct val="90000"/>
              </a:lnSpc>
              <a:buNone/>
              <a:defRPr sz="6000" b="0">
                <a:solidFill>
                  <a:schemeClr val="tx1"/>
                </a:solidFill>
              </a:defRPr>
            </a:lvl4pPr>
            <a:lvl5pPr marL="914400" indent="0">
              <a:lnSpc>
                <a:spcPct val="90000"/>
              </a:lnSpc>
              <a:buNone/>
              <a:defRPr sz="54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32B6F9AB-D139-2C1F-00CB-9691DC19D504}"/>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9E16E803-3D9A-FF7D-784D-8A8F6C972030}"/>
              </a:ext>
            </a:extLst>
          </p:cNvPr>
          <p:cNvSpPr>
            <a:spLocks noGrp="1"/>
          </p:cNvSpPr>
          <p:nvPr>
            <p:ph type="dt" sz="half" idx="14"/>
          </p:nvPr>
        </p:nvSpPr>
        <p:spPr/>
        <p:txBody>
          <a:bodyPr/>
          <a:lstStyle>
            <a:lvl1pPr>
              <a:defRPr>
                <a:solidFill>
                  <a:schemeClr val="tx1"/>
                </a:solidFill>
              </a:defRPr>
            </a:lvl1pPr>
          </a:lstStyle>
          <a:p>
            <a:fld id="{EEC1C73B-E8EA-3F4D-BC6B-13568C609C15}" type="datetime1">
              <a:rPr lang="en-US" smtClean="0"/>
              <a:pPr/>
              <a:t>12/20/2025</a:t>
            </a:fld>
            <a:endParaRPr lang="en-US"/>
          </a:p>
        </p:txBody>
      </p:sp>
      <p:sp>
        <p:nvSpPr>
          <p:cNvPr id="4" name="Slide Number Placeholder 3">
            <a:extLst>
              <a:ext uri="{FF2B5EF4-FFF2-40B4-BE49-F238E27FC236}">
                <a16:creationId xmlns:a16="http://schemas.microsoft.com/office/drawing/2014/main" id="{1D8D7C72-3429-AAA8-654F-344ED902B91D}"/>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8196551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bg1"/>
        </a:solidFill>
        <a:effectLst/>
      </p:bgPr>
    </p:bg>
    <p:spTree>
      <p:nvGrpSpPr>
        <p:cNvPr id="1" name=""/>
        <p:cNvGrpSpPr/>
        <p:nvPr/>
      </p:nvGrpSpPr>
      <p:grpSpPr>
        <a:xfrm>
          <a:off x="0" y="0"/>
          <a:ext cx="0" cy="0"/>
          <a:chOff x="0" y="0"/>
          <a:chExt cx="0" cy="0"/>
        </a:xfrm>
      </p:grpSpPr>
      <p:pic>
        <p:nvPicPr>
          <p:cNvPr id="19" name="Picture 18" descr="A blurry image of a blue and pink color&#10;&#10;AI-generated content may be incorrect.">
            <a:extLst>
              <a:ext uri="{FF2B5EF4-FFF2-40B4-BE49-F238E27FC236}">
                <a16:creationId xmlns:a16="http://schemas.microsoft.com/office/drawing/2014/main" id="{CE7B6BE6-8C3C-A057-92EF-B4CC19C0A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pic>
        <p:nvPicPr>
          <p:cNvPr id="12" name="Graphic 11">
            <a:extLst>
              <a:ext uri="{FF2B5EF4-FFF2-40B4-BE49-F238E27FC236}">
                <a16:creationId xmlns:a16="http://schemas.microsoft.com/office/drawing/2014/main" id="{484A6C87-FE17-4FCA-F34C-3C6963EBAA7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DE31E7B3-0420-8F46-6F8C-BEC942469B7F}"/>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10" name="Content Placeholder 6">
            <a:extLst>
              <a:ext uri="{FF2B5EF4-FFF2-40B4-BE49-F238E27FC236}">
                <a16:creationId xmlns:a16="http://schemas.microsoft.com/office/drawing/2014/main" id="{DF3518DE-0793-421D-B1A4-28B056428663}"/>
              </a:ext>
            </a:extLst>
          </p:cNvPr>
          <p:cNvSpPr>
            <a:spLocks noGrp="1"/>
          </p:cNvSpPr>
          <p:nvPr>
            <p:ph sz="quarter" idx="13" hasCustomPrompt="1"/>
          </p:nvPr>
        </p:nvSpPr>
        <p:spPr>
          <a:xfrm>
            <a:off x="612648" y="1143000"/>
            <a:ext cx="10055352" cy="4572000"/>
          </a:xfrm>
        </p:spPr>
        <p:txBody>
          <a:bodyPr anchor="ctr">
            <a:normAutofit/>
          </a:bodyPr>
          <a:lstStyle>
            <a:lvl1pPr marL="0" indent="0">
              <a:lnSpc>
                <a:spcPct val="90000"/>
              </a:lnSpc>
              <a:buNone/>
              <a:defRPr sz="5500" b="0">
                <a:solidFill>
                  <a:schemeClr val="tx1"/>
                </a:solidFill>
              </a:defRPr>
            </a:lvl1pPr>
            <a:lvl2pPr marL="228600" indent="0">
              <a:lnSpc>
                <a:spcPct val="90000"/>
              </a:lnSpc>
              <a:buNone/>
              <a:defRPr sz="5500" b="0">
                <a:solidFill>
                  <a:schemeClr val="tx1"/>
                </a:solidFill>
              </a:defRPr>
            </a:lvl2pPr>
            <a:lvl3pPr marL="457200" indent="0">
              <a:lnSpc>
                <a:spcPct val="90000"/>
              </a:lnSpc>
              <a:buNone/>
              <a:defRPr sz="5500" b="0">
                <a:solidFill>
                  <a:schemeClr val="tx1"/>
                </a:solidFill>
              </a:defRPr>
            </a:lvl3pPr>
            <a:lvl4pPr marL="685800" indent="0">
              <a:lnSpc>
                <a:spcPct val="90000"/>
              </a:lnSpc>
              <a:buNone/>
              <a:defRPr sz="5500" b="0">
                <a:solidFill>
                  <a:schemeClr val="tx1"/>
                </a:solidFill>
              </a:defRPr>
            </a:lvl4pPr>
            <a:lvl5pPr marL="914400" indent="0">
              <a:lnSpc>
                <a:spcPct val="90000"/>
              </a:lnSpc>
              <a:buNone/>
              <a:defRPr sz="55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0">
            <a:extLst>
              <a:ext uri="{FF2B5EF4-FFF2-40B4-BE49-F238E27FC236}">
                <a16:creationId xmlns:a16="http://schemas.microsoft.com/office/drawing/2014/main" id="{DEEE13FA-BDB3-D527-0B3C-C5CF32ACA10A}"/>
              </a:ext>
            </a:extLst>
          </p:cNvPr>
          <p:cNvSpPr>
            <a:spLocks noGrp="1"/>
          </p:cNvSpPr>
          <p:nvPr>
            <p:ph type="ftr" sz="quarter" idx="11"/>
          </p:nvPr>
        </p:nvSpPr>
        <p:spPr>
          <a:xfrm>
            <a:off x="381000" y="6310660"/>
            <a:ext cx="3200400" cy="365125"/>
          </a:xfrm>
        </p:spPr>
        <p:txBody>
          <a:bodyPr/>
          <a:lstStyle>
            <a:lvl1pPr>
              <a:defRPr>
                <a:solidFill>
                  <a:schemeClr val="tx1"/>
                </a:solidFill>
              </a:defRPr>
            </a:lvl1pPr>
          </a:lstStyle>
          <a:p>
            <a:r>
              <a:rPr lang="en-US"/>
              <a:t>Sample Footer Text</a:t>
            </a:r>
          </a:p>
        </p:txBody>
      </p:sp>
      <p:sp>
        <p:nvSpPr>
          <p:cNvPr id="13" name="Date Placeholder 5">
            <a:extLst>
              <a:ext uri="{FF2B5EF4-FFF2-40B4-BE49-F238E27FC236}">
                <a16:creationId xmlns:a16="http://schemas.microsoft.com/office/drawing/2014/main" id="{9C18FB6C-6208-7E69-D980-6941C96019C7}"/>
              </a:ext>
            </a:extLst>
          </p:cNvPr>
          <p:cNvSpPr>
            <a:spLocks noGrp="1"/>
          </p:cNvSpPr>
          <p:nvPr>
            <p:ph type="dt" sz="half" idx="10"/>
          </p:nvPr>
        </p:nvSpPr>
        <p:spPr>
          <a:xfrm>
            <a:off x="3631923" y="6310660"/>
            <a:ext cx="1800171" cy="365125"/>
          </a:xfrm>
        </p:spPr>
        <p:txBody>
          <a:bodyPr/>
          <a:lstStyle>
            <a:lvl1pPr>
              <a:defRPr>
                <a:solidFill>
                  <a:schemeClr val="tx1"/>
                </a:solidFill>
              </a:defRPr>
            </a:lvl1pPr>
          </a:lstStyle>
          <a:p>
            <a:fld id="{60E31574-77A2-5049-8555-8B5875AD8BC3}" type="datetime1">
              <a:rPr lang="en-US" smtClean="0"/>
              <a:t>12/20/2025</a:t>
            </a:fld>
            <a:endParaRPr lang="en-US"/>
          </a:p>
        </p:txBody>
      </p:sp>
      <p:sp>
        <p:nvSpPr>
          <p:cNvPr id="15" name="Slide Number Placeholder 11">
            <a:extLst>
              <a:ext uri="{FF2B5EF4-FFF2-40B4-BE49-F238E27FC236}">
                <a16:creationId xmlns:a16="http://schemas.microsoft.com/office/drawing/2014/main" id="{2974FB90-7208-DA12-99DF-FB0A622085E8}"/>
              </a:ext>
            </a:extLst>
          </p:cNvPr>
          <p:cNvSpPr>
            <a:spLocks noGrp="1"/>
          </p:cNvSpPr>
          <p:nvPr>
            <p:ph type="sldNum" sz="quarter" idx="12"/>
          </p:nvPr>
        </p:nvSpPr>
        <p:spPr>
          <a:xfrm>
            <a:off x="5482617" y="631066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71367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bg>
      <p:bgPr>
        <a:solidFill>
          <a:schemeClr val="bg1"/>
        </a:solidFill>
        <a:effectLst/>
      </p:bgPr>
    </p:bg>
    <p:spTree>
      <p:nvGrpSpPr>
        <p:cNvPr id="1" name=""/>
        <p:cNvGrpSpPr/>
        <p:nvPr/>
      </p:nvGrpSpPr>
      <p:grpSpPr>
        <a:xfrm>
          <a:off x="0" y="0"/>
          <a:ext cx="0" cy="0"/>
          <a:chOff x="0" y="0"/>
          <a:chExt cx="0" cy="0"/>
        </a:xfrm>
      </p:grpSpPr>
      <p:pic>
        <p:nvPicPr>
          <p:cNvPr id="4" name="Picture 3" descr="A blue and pink gradient&#10;&#10;AI-generated content may be incorrect.">
            <a:extLst>
              <a:ext uri="{FF2B5EF4-FFF2-40B4-BE49-F238E27FC236}">
                <a16:creationId xmlns:a16="http://schemas.microsoft.com/office/drawing/2014/main" id="{491DCE33-DB86-6A68-46D1-E4311F4247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F1693B94-07E5-638F-52DB-3F8E8D06EF0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flipV="1">
            <a:off x="0" y="0"/>
            <a:ext cx="12192000" cy="6858000"/>
          </a:xfrm>
          <a:prstGeom prst="rect">
            <a:avLst/>
          </a:prstGeom>
        </p:spPr>
      </p:pic>
      <p:sp>
        <p:nvSpPr>
          <p:cNvPr id="9" name="Title 1">
            <a:extLst>
              <a:ext uri="{FF2B5EF4-FFF2-40B4-BE49-F238E27FC236}">
                <a16:creationId xmlns:a16="http://schemas.microsoft.com/office/drawing/2014/main" id="{83C00096-4D67-EB4A-EF93-D6958D6696FD}"/>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10" name="Content Placeholder 7">
            <a:extLst>
              <a:ext uri="{FF2B5EF4-FFF2-40B4-BE49-F238E27FC236}">
                <a16:creationId xmlns:a16="http://schemas.microsoft.com/office/drawing/2014/main" id="{31C17B51-C5D8-9FDA-8C32-6379D51D8EE1}"/>
              </a:ext>
            </a:extLst>
          </p:cNvPr>
          <p:cNvSpPr>
            <a:spLocks noGrp="1"/>
          </p:cNvSpPr>
          <p:nvPr>
            <p:ph sz="quarter" idx="14" hasCustomPrompt="1"/>
          </p:nvPr>
        </p:nvSpPr>
        <p:spPr>
          <a:xfrm>
            <a:off x="609600" y="1033272"/>
            <a:ext cx="10972800" cy="4782312"/>
          </a:xfrm>
        </p:spPr>
        <p:txBody>
          <a:bodyPr anchor="ctr">
            <a:noAutofit/>
          </a:bodyPr>
          <a:lstStyle>
            <a:lvl1pPr marL="0" indent="0">
              <a:lnSpc>
                <a:spcPct val="90000"/>
              </a:lnSpc>
              <a:buNone/>
              <a:defRPr sz="6400" b="0">
                <a:solidFill>
                  <a:schemeClr val="tx1"/>
                </a:solidFill>
              </a:defRPr>
            </a:lvl1pPr>
            <a:lvl2pPr marL="228600" indent="0">
              <a:lnSpc>
                <a:spcPct val="90000"/>
              </a:lnSpc>
              <a:buNone/>
              <a:defRPr sz="6400" b="0">
                <a:solidFill>
                  <a:schemeClr val="tx1"/>
                </a:solidFill>
              </a:defRPr>
            </a:lvl2pPr>
            <a:lvl3pPr marL="457200" indent="0">
              <a:lnSpc>
                <a:spcPct val="90000"/>
              </a:lnSpc>
              <a:buNone/>
              <a:defRPr sz="6400" b="0">
                <a:solidFill>
                  <a:schemeClr val="tx1"/>
                </a:solidFill>
              </a:defRPr>
            </a:lvl3pPr>
            <a:lvl4pPr marL="685800" indent="0">
              <a:lnSpc>
                <a:spcPct val="90000"/>
              </a:lnSpc>
              <a:buNone/>
              <a:defRPr sz="6400" b="0">
                <a:solidFill>
                  <a:schemeClr val="tx1"/>
                </a:solidFill>
              </a:defRPr>
            </a:lvl4pPr>
            <a:lvl5pPr marL="914400" indent="0">
              <a:lnSpc>
                <a:spcPct val="90000"/>
              </a:lnSpc>
              <a:buNone/>
              <a:defRPr sz="64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0">
            <a:extLst>
              <a:ext uri="{FF2B5EF4-FFF2-40B4-BE49-F238E27FC236}">
                <a16:creationId xmlns:a16="http://schemas.microsoft.com/office/drawing/2014/main" id="{AA8A51AA-D903-8E6D-7A27-9C5C903CA8CD}"/>
              </a:ext>
            </a:extLst>
          </p:cNvPr>
          <p:cNvSpPr>
            <a:spLocks noGrp="1"/>
          </p:cNvSpPr>
          <p:nvPr>
            <p:ph type="ftr" sz="quarter" idx="11"/>
          </p:nvPr>
        </p:nvSpPr>
        <p:spPr>
          <a:xfrm>
            <a:off x="6280176" y="6310660"/>
            <a:ext cx="3200400" cy="365125"/>
          </a:xfrm>
        </p:spPr>
        <p:txBody>
          <a:bodyPr/>
          <a:lstStyle>
            <a:lvl1pPr>
              <a:defRPr>
                <a:solidFill>
                  <a:schemeClr val="tx1"/>
                </a:solidFill>
              </a:defRPr>
            </a:lvl1pPr>
          </a:lstStyle>
          <a:p>
            <a:r>
              <a:rPr lang="en-US"/>
              <a:t>Sample Footer Text</a:t>
            </a:r>
          </a:p>
        </p:txBody>
      </p:sp>
      <p:sp>
        <p:nvSpPr>
          <p:cNvPr id="11" name="Date Placeholder 5">
            <a:extLst>
              <a:ext uri="{FF2B5EF4-FFF2-40B4-BE49-F238E27FC236}">
                <a16:creationId xmlns:a16="http://schemas.microsoft.com/office/drawing/2014/main" id="{0E4B77C0-0757-7A67-1229-339B6B028EE8}"/>
              </a:ext>
            </a:extLst>
          </p:cNvPr>
          <p:cNvSpPr>
            <a:spLocks noGrp="1"/>
          </p:cNvSpPr>
          <p:nvPr>
            <p:ph type="dt" sz="half" idx="10"/>
          </p:nvPr>
        </p:nvSpPr>
        <p:spPr>
          <a:xfrm>
            <a:off x="9531099" y="6310660"/>
            <a:ext cx="1800171" cy="365125"/>
          </a:xfrm>
        </p:spPr>
        <p:txBody>
          <a:bodyPr/>
          <a:lstStyle>
            <a:lvl1pPr>
              <a:defRPr>
                <a:solidFill>
                  <a:schemeClr val="tx1"/>
                </a:solidFill>
              </a:defRPr>
            </a:lvl1pPr>
          </a:lstStyle>
          <a:p>
            <a:fld id="{BE0F28E2-1197-1343-806E-BC1F6DA16A33}" type="datetime1">
              <a:rPr lang="en-US" smtClean="0"/>
              <a:t>12/20/2025</a:t>
            </a:fld>
            <a:endParaRPr lang="en-US"/>
          </a:p>
        </p:txBody>
      </p:sp>
      <p:sp>
        <p:nvSpPr>
          <p:cNvPr id="13" name="Slide Number Placeholder 11">
            <a:extLst>
              <a:ext uri="{FF2B5EF4-FFF2-40B4-BE49-F238E27FC236}">
                <a16:creationId xmlns:a16="http://schemas.microsoft.com/office/drawing/2014/main" id="{CE7C30F9-ABE8-80D2-2ACF-54336CEF09A9}"/>
              </a:ext>
            </a:extLst>
          </p:cNvPr>
          <p:cNvSpPr>
            <a:spLocks noGrp="1"/>
          </p:cNvSpPr>
          <p:nvPr>
            <p:ph type="sldNum" sz="quarter" idx="12"/>
          </p:nvPr>
        </p:nvSpPr>
        <p:spPr>
          <a:xfrm>
            <a:off x="11381793" y="631066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850818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ement 4">
    <p:bg>
      <p:bgRef idx="1001">
        <a:schemeClr val="bg1"/>
      </p:bgRef>
    </p:bg>
    <p:spTree>
      <p:nvGrpSpPr>
        <p:cNvPr id="1" name=""/>
        <p:cNvGrpSpPr/>
        <p:nvPr/>
      </p:nvGrpSpPr>
      <p:grpSpPr>
        <a:xfrm>
          <a:off x="0" y="0"/>
          <a:ext cx="0" cy="0"/>
          <a:chOff x="0" y="0"/>
          <a:chExt cx="0" cy="0"/>
        </a:xfrm>
      </p:grpSpPr>
      <p:pic>
        <p:nvPicPr>
          <p:cNvPr id="15" name="Picture 14" descr="A close up of a pink and blue background&#10;&#10;AI-generated content may be incorrect.">
            <a:extLst>
              <a:ext uri="{FF2B5EF4-FFF2-40B4-BE49-F238E27FC236}">
                <a16:creationId xmlns:a16="http://schemas.microsoft.com/office/drawing/2014/main" id="{A952B0CF-23BF-A911-17B4-65E745DA69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1000" y="685800"/>
            <a:ext cx="9372600" cy="5486400"/>
          </a:xfrm>
        </p:spPr>
        <p:txBody>
          <a:bodyPr vert="horz" lIns="91440" tIns="45720" rIns="91440" bIns="45720" rtlCol="0" anchor="ctr">
            <a:normAutofit/>
          </a:bodyPr>
          <a:lstStyle>
            <a:lvl1pPr marL="0" indent="0">
              <a:lnSpc>
                <a:spcPct val="90000"/>
              </a:lnSpc>
              <a:buNone/>
              <a:defRPr lang="en-US" sz="6600" b="0" dirty="0">
                <a:solidFill>
                  <a:schemeClr val="tx1"/>
                </a:solidFill>
              </a:defRPr>
            </a:lvl1pPr>
            <a:lvl2pPr marL="228600" indent="0">
              <a:lnSpc>
                <a:spcPct val="90000"/>
              </a:lnSpc>
              <a:buNone/>
              <a:defRPr lang="en-US" sz="6600" b="0" dirty="0">
                <a:solidFill>
                  <a:schemeClr val="tx1"/>
                </a:solidFill>
              </a:defRPr>
            </a:lvl2pPr>
            <a:lvl3pPr marL="457200" indent="0">
              <a:lnSpc>
                <a:spcPct val="90000"/>
              </a:lnSpc>
              <a:buNone/>
              <a:defRPr lang="en-US" sz="6600" b="0" dirty="0">
                <a:solidFill>
                  <a:schemeClr val="tx1"/>
                </a:solidFill>
              </a:defRPr>
            </a:lvl3pPr>
            <a:lvl4pPr marL="685800" indent="0">
              <a:lnSpc>
                <a:spcPct val="90000"/>
              </a:lnSpc>
              <a:buNone/>
              <a:defRPr lang="en-US" sz="6600" b="0" dirty="0">
                <a:solidFill>
                  <a:schemeClr val="tx1"/>
                </a:solidFill>
              </a:defRPr>
            </a:lvl4pPr>
            <a:lvl5pPr marL="914400" indent="0">
              <a:lnSpc>
                <a:spcPct val="90000"/>
              </a:lnSpc>
              <a:buNone/>
              <a:defRPr lang="en-US" sz="6600" b="0" dirty="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C503F50B-48B9-3C55-0C29-C87157D9F962}"/>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8" name="Date Placeholder 7">
            <a:extLst>
              <a:ext uri="{FF2B5EF4-FFF2-40B4-BE49-F238E27FC236}">
                <a16:creationId xmlns:a16="http://schemas.microsoft.com/office/drawing/2014/main" id="{ED5A1179-499E-2F89-CD63-EB8B1F4CAFB3}"/>
              </a:ext>
            </a:extLst>
          </p:cNvPr>
          <p:cNvSpPr>
            <a:spLocks noGrp="1"/>
          </p:cNvSpPr>
          <p:nvPr>
            <p:ph type="dt" sz="half" idx="14"/>
          </p:nvPr>
        </p:nvSpPr>
        <p:spPr/>
        <p:txBody>
          <a:bodyPr/>
          <a:lstStyle>
            <a:lvl1pPr>
              <a:defRPr>
                <a:solidFill>
                  <a:schemeClr val="tx1"/>
                </a:solidFill>
              </a:defRPr>
            </a:lvl1pPr>
          </a:lstStyle>
          <a:p>
            <a:fld id="{526E19FE-7254-FB46-9FD2-44BC5921542B}" type="datetime1">
              <a:rPr lang="en-US" smtClean="0"/>
              <a:pPr/>
              <a:t>12/20/2025</a:t>
            </a:fld>
            <a:endParaRPr lang="en-US"/>
          </a:p>
        </p:txBody>
      </p:sp>
      <p:sp>
        <p:nvSpPr>
          <p:cNvPr id="10" name="Slide Number Placeholder 9">
            <a:extLst>
              <a:ext uri="{FF2B5EF4-FFF2-40B4-BE49-F238E27FC236}">
                <a16:creationId xmlns:a16="http://schemas.microsoft.com/office/drawing/2014/main" id="{6C338948-5206-2009-502E-8521B0EB3190}"/>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60596311"/>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10" name="Picture 9" descr="A blurry image of a blue and pink gradient&#10;&#10;AI-generated content may be incorrect.">
            <a:extLst>
              <a:ext uri="{FF2B5EF4-FFF2-40B4-BE49-F238E27FC236}">
                <a16:creationId xmlns:a16="http://schemas.microsoft.com/office/drawing/2014/main" id="{18F0C9B0-AF1D-9CFD-7855-74E7CE9B3A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a:extLst>
              <a:ext uri="{FF2B5EF4-FFF2-40B4-BE49-F238E27FC236}">
                <a16:creationId xmlns:a16="http://schemas.microsoft.com/office/drawing/2014/main" id="{74D1B34B-D7BF-2028-43E6-ED370A44C4A4}"/>
              </a:ext>
            </a:extLst>
          </p:cNvPr>
          <p:cNvSpPr>
            <a:spLocks noGrp="1"/>
          </p:cNvSpPr>
          <p:nvPr>
            <p:ph type="title" hasCustomPrompt="1"/>
          </p:nvPr>
        </p:nvSpPr>
        <p:spPr>
          <a:xfrm>
            <a:off x="1066800" y="4844735"/>
            <a:ext cx="5029200" cy="908365"/>
          </a:xfrm>
        </p:spPr>
        <p:txBody>
          <a:bodyPr>
            <a:normAutofit/>
          </a:bodyPr>
          <a:lstStyle>
            <a:lvl1pPr>
              <a:lnSpc>
                <a:spcPct val="120000"/>
              </a:lnSpc>
              <a:defRPr sz="2000" cap="all" baseline="0">
                <a:latin typeface="+mn-lt"/>
              </a:defRPr>
            </a:lvl1pPr>
          </a:lstStyle>
          <a:p>
            <a:r>
              <a:rPr lang="en-US" dirty="0"/>
              <a:t>Quote Author</a:t>
            </a:r>
          </a:p>
        </p:txBody>
      </p:sp>
      <p:sp>
        <p:nvSpPr>
          <p:cNvPr id="5" name="Content Placeholder 6">
            <a:extLst>
              <a:ext uri="{FF2B5EF4-FFF2-40B4-BE49-F238E27FC236}">
                <a16:creationId xmlns:a16="http://schemas.microsoft.com/office/drawing/2014/main" id="{1F645DC6-13F2-2059-DFE2-83FA308EE884}"/>
              </a:ext>
            </a:extLst>
          </p:cNvPr>
          <p:cNvSpPr>
            <a:spLocks noGrp="1"/>
          </p:cNvSpPr>
          <p:nvPr>
            <p:ph sz="quarter" idx="13" hasCustomPrompt="1"/>
          </p:nvPr>
        </p:nvSpPr>
        <p:spPr>
          <a:xfrm>
            <a:off x="1066800" y="1600200"/>
            <a:ext cx="9601200" cy="3200400"/>
          </a:xfrm>
        </p:spPr>
        <p:txBody>
          <a:bodyPr anchor="ctr">
            <a:normAutofit/>
          </a:bodyPr>
          <a:lstStyle>
            <a:lvl1pPr marL="164592" indent="-164592">
              <a:lnSpc>
                <a:spcPct val="100000"/>
              </a:lnSpc>
              <a:spcBef>
                <a:spcPts val="0"/>
              </a:spcBef>
              <a:buNone/>
              <a:defRPr sz="5400" b="0" i="0">
                <a:solidFill>
                  <a:schemeClr val="tx1"/>
                </a:solidFill>
                <a:latin typeface="+mj-lt"/>
                <a:cs typeface="Biome" panose="020B0503030204020804" pitchFamily="34" charset="0"/>
              </a:defRPr>
            </a:lvl1pPr>
          </a:lstStyle>
          <a:p>
            <a:pPr lvl="0"/>
            <a:r>
              <a:rPr lang="en-US" dirty="0"/>
              <a:t>Click to add Quote</a:t>
            </a:r>
          </a:p>
        </p:txBody>
      </p:sp>
      <p:sp>
        <p:nvSpPr>
          <p:cNvPr id="6" name="Footer Placeholder 5">
            <a:extLst>
              <a:ext uri="{FF2B5EF4-FFF2-40B4-BE49-F238E27FC236}">
                <a16:creationId xmlns:a16="http://schemas.microsoft.com/office/drawing/2014/main" id="{E3D509C4-DABE-4B7F-40EF-4DA2C790862E}"/>
              </a:ext>
            </a:extLst>
          </p:cNvPr>
          <p:cNvSpPr>
            <a:spLocks noGrp="1"/>
          </p:cNvSpPr>
          <p:nvPr>
            <p:ph type="ftr" sz="quarter" idx="15"/>
          </p:nvPr>
        </p:nvSpPr>
        <p:spPr/>
        <p:txBody>
          <a:bodyPr/>
          <a:lstStyle/>
          <a:p>
            <a:r>
              <a:rPr lang="en-US" dirty="0"/>
              <a:t>Sample Footer Text</a:t>
            </a:r>
          </a:p>
        </p:txBody>
      </p:sp>
      <p:sp>
        <p:nvSpPr>
          <p:cNvPr id="3" name="Date Placeholder 2">
            <a:extLst>
              <a:ext uri="{FF2B5EF4-FFF2-40B4-BE49-F238E27FC236}">
                <a16:creationId xmlns:a16="http://schemas.microsoft.com/office/drawing/2014/main" id="{B7F29BF7-2AD1-B9DE-EEC6-83A22292A1C6}"/>
              </a:ext>
            </a:extLst>
          </p:cNvPr>
          <p:cNvSpPr>
            <a:spLocks noGrp="1"/>
          </p:cNvSpPr>
          <p:nvPr>
            <p:ph type="dt" sz="half" idx="14"/>
          </p:nvPr>
        </p:nvSpPr>
        <p:spPr/>
        <p:txBody>
          <a:bodyPr/>
          <a:lstStyle/>
          <a:p>
            <a:fld id="{2138E274-D707-074B-90C0-1378B345261A}" type="datetime1">
              <a:rPr lang="en-US" smtClean="0"/>
              <a:t>12/20/2025</a:t>
            </a:fld>
            <a:endParaRPr lang="en-US"/>
          </a:p>
        </p:txBody>
      </p:sp>
      <p:sp>
        <p:nvSpPr>
          <p:cNvPr id="7" name="Slide Number Placeholder 6">
            <a:extLst>
              <a:ext uri="{FF2B5EF4-FFF2-40B4-BE49-F238E27FC236}">
                <a16:creationId xmlns:a16="http://schemas.microsoft.com/office/drawing/2014/main" id="{7A93B82C-1E23-A361-E81B-EC0F4E0B205F}"/>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656540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bg1"/>
        </a:solidFill>
        <a:effectLst/>
      </p:bgPr>
    </p:bg>
    <p:spTree>
      <p:nvGrpSpPr>
        <p:cNvPr id="1" name=""/>
        <p:cNvGrpSpPr/>
        <p:nvPr/>
      </p:nvGrpSpPr>
      <p:grpSpPr>
        <a:xfrm>
          <a:off x="0" y="0"/>
          <a:ext cx="0" cy="0"/>
          <a:chOff x="0" y="0"/>
          <a:chExt cx="0" cy="0"/>
        </a:xfrm>
      </p:grpSpPr>
      <p:pic>
        <p:nvPicPr>
          <p:cNvPr id="9" name="Picture 8" descr="A close up of a purple and pink background&#10;&#10;AI-generated content may be incorrect.">
            <a:extLst>
              <a:ext uri="{FF2B5EF4-FFF2-40B4-BE49-F238E27FC236}">
                <a16:creationId xmlns:a16="http://schemas.microsoft.com/office/drawing/2014/main" id="{09A46DC2-ADBE-3172-A0EF-A2567FA9E8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7">
            <a:extLst>
              <a:ext uri="{FF2B5EF4-FFF2-40B4-BE49-F238E27FC236}">
                <a16:creationId xmlns:a16="http://schemas.microsoft.com/office/drawing/2014/main" id="{66A2100B-5C8E-46D9-F837-A55BB181D002}"/>
              </a:ext>
            </a:extLst>
          </p:cNvPr>
          <p:cNvSpPr/>
          <p:nvPr/>
        </p:nvSpPr>
        <p:spPr>
          <a:xfrm>
            <a:off x="2702" y="0"/>
            <a:ext cx="12185680" cy="6858000"/>
          </a:xfrm>
          <a:custGeom>
            <a:avLst/>
            <a:gdLst>
              <a:gd name="connsiteX0" fmla="*/ 12185680 w 12185680"/>
              <a:gd name="connsiteY0" fmla="*/ 6858000 h 6858000"/>
              <a:gd name="connsiteX1" fmla="*/ 0 w 12185680"/>
              <a:gd name="connsiteY1" fmla="*/ 6858000 h 6858000"/>
              <a:gd name="connsiteX2" fmla="*/ 0 w 12185680"/>
              <a:gd name="connsiteY2" fmla="*/ 0 h 6858000"/>
              <a:gd name="connsiteX3" fmla="*/ 12185680 w 12185680"/>
              <a:gd name="connsiteY3" fmla="*/ 0 h 6858000"/>
              <a:gd name="connsiteX4" fmla="*/ 12185680 w 12185680"/>
              <a:gd name="connsiteY4" fmla="*/ 6858000 h 6858000"/>
              <a:gd name="connsiteX5" fmla="*/ 1415314 w 12185680"/>
              <a:gd name="connsiteY5" fmla="*/ 152400 h 6858000"/>
              <a:gd name="connsiteX6" fmla="*/ 1066246 w 12185680"/>
              <a:gd name="connsiteY6" fmla="*/ 501650 h 6858000"/>
              <a:gd name="connsiteX7" fmla="*/ 1066246 w 12185680"/>
              <a:gd name="connsiteY7" fmla="*/ 1716595 h 6858000"/>
              <a:gd name="connsiteX8" fmla="*/ 717178 w 12185680"/>
              <a:gd name="connsiteY8" fmla="*/ 2065845 h 6858000"/>
              <a:gd name="connsiteX9" fmla="*/ 501389 w 12185680"/>
              <a:gd name="connsiteY9" fmla="*/ 2065845 h 6858000"/>
              <a:gd name="connsiteX10" fmla="*/ 152321 w 12185680"/>
              <a:gd name="connsiteY10" fmla="*/ 2415096 h 6858000"/>
              <a:gd name="connsiteX11" fmla="*/ 152321 w 12185680"/>
              <a:gd name="connsiteY11" fmla="*/ 6356350 h 6858000"/>
              <a:gd name="connsiteX12" fmla="*/ 501389 w 12185680"/>
              <a:gd name="connsiteY12" fmla="*/ 6705600 h 6858000"/>
              <a:gd name="connsiteX13" fmla="*/ 6657710 w 12185680"/>
              <a:gd name="connsiteY13" fmla="*/ 6705600 h 6858000"/>
              <a:gd name="connsiteX14" fmla="*/ 7006778 w 12185680"/>
              <a:gd name="connsiteY14" fmla="*/ 6356350 h 6858000"/>
              <a:gd name="connsiteX15" fmla="*/ 7006778 w 12185680"/>
              <a:gd name="connsiteY15" fmla="*/ 5615496 h 6858000"/>
              <a:gd name="connsiteX16" fmla="*/ 7355846 w 12185680"/>
              <a:gd name="connsiteY16" fmla="*/ 5266246 h 6858000"/>
              <a:gd name="connsiteX17" fmla="*/ 11684292 w 12185680"/>
              <a:gd name="connsiteY17" fmla="*/ 5266246 h 6858000"/>
              <a:gd name="connsiteX18" fmla="*/ 12033360 w 12185680"/>
              <a:gd name="connsiteY18" fmla="*/ 4916996 h 6858000"/>
              <a:gd name="connsiteX19" fmla="*/ 12033360 w 12185680"/>
              <a:gd name="connsiteY19" fmla="*/ 1043496 h 6858000"/>
              <a:gd name="connsiteX20" fmla="*/ 11684292 w 12185680"/>
              <a:gd name="connsiteY20" fmla="*/ 694246 h 6858000"/>
              <a:gd name="connsiteX21" fmla="*/ 10476261 w 12185680"/>
              <a:gd name="connsiteY21" fmla="*/ 694246 h 6858000"/>
              <a:gd name="connsiteX22" fmla="*/ 10205575 w 12185680"/>
              <a:gd name="connsiteY22" fmla="*/ 430318 h 6858000"/>
              <a:gd name="connsiteX23" fmla="*/ 10205385 w 12185680"/>
              <a:gd name="connsiteY23" fmla="*/ 416328 h 6858000"/>
              <a:gd name="connsiteX24" fmla="*/ 9934698 w 12185680"/>
              <a:gd name="connsiteY24" fmla="*/ 152400 h 6858000"/>
              <a:gd name="connsiteX25" fmla="*/ 1415314 w 12185680"/>
              <a:gd name="connsiteY25" fmla="*/ 1524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85680" h="6858000">
                <a:moveTo>
                  <a:pt x="12185680" y="6858000"/>
                </a:moveTo>
                <a:lnTo>
                  <a:pt x="0" y="6858000"/>
                </a:lnTo>
                <a:lnTo>
                  <a:pt x="0" y="0"/>
                </a:lnTo>
                <a:lnTo>
                  <a:pt x="12185680" y="0"/>
                </a:lnTo>
                <a:lnTo>
                  <a:pt x="12185680" y="6858000"/>
                </a:lnTo>
                <a:close/>
                <a:moveTo>
                  <a:pt x="1415314" y="152400"/>
                </a:moveTo>
                <a:cubicBezTo>
                  <a:pt x="1222527" y="152400"/>
                  <a:pt x="1066246" y="308764"/>
                  <a:pt x="1066246" y="501650"/>
                </a:cubicBezTo>
                <a:lnTo>
                  <a:pt x="1066246" y="1716595"/>
                </a:lnTo>
                <a:cubicBezTo>
                  <a:pt x="1066246" y="1909483"/>
                  <a:pt x="909959" y="2065845"/>
                  <a:pt x="717178" y="2065845"/>
                </a:cubicBezTo>
                <a:lnTo>
                  <a:pt x="501389" y="2065845"/>
                </a:lnTo>
                <a:cubicBezTo>
                  <a:pt x="308604" y="2065845"/>
                  <a:pt x="152321" y="2222208"/>
                  <a:pt x="152321" y="2415096"/>
                </a:cubicBezTo>
                <a:lnTo>
                  <a:pt x="152321" y="6356350"/>
                </a:lnTo>
                <a:cubicBezTo>
                  <a:pt x="152321" y="6549263"/>
                  <a:pt x="308604" y="6705600"/>
                  <a:pt x="501389" y="6705600"/>
                </a:cubicBezTo>
                <a:lnTo>
                  <a:pt x="6657710" y="6705600"/>
                </a:lnTo>
                <a:cubicBezTo>
                  <a:pt x="6850459" y="6705600"/>
                  <a:pt x="7006778" y="6549263"/>
                  <a:pt x="7006778" y="6356350"/>
                </a:cubicBezTo>
                <a:lnTo>
                  <a:pt x="7006778" y="5615496"/>
                </a:lnTo>
                <a:cubicBezTo>
                  <a:pt x="7006778" y="5422608"/>
                  <a:pt x="7163034" y="5266246"/>
                  <a:pt x="7355846" y="5266246"/>
                </a:cubicBezTo>
                <a:lnTo>
                  <a:pt x="11684292" y="5266246"/>
                </a:lnTo>
                <a:cubicBezTo>
                  <a:pt x="11877041" y="5266246"/>
                  <a:pt x="12033360" y="5109883"/>
                  <a:pt x="12033360" y="4916996"/>
                </a:cubicBezTo>
                <a:lnTo>
                  <a:pt x="12033360" y="1043496"/>
                </a:lnTo>
                <a:cubicBezTo>
                  <a:pt x="12033360" y="850608"/>
                  <a:pt x="11877041" y="694246"/>
                  <a:pt x="11684292" y="694246"/>
                </a:cubicBezTo>
                <a:lnTo>
                  <a:pt x="10476261" y="694246"/>
                </a:lnTo>
                <a:cubicBezTo>
                  <a:pt x="10329082" y="694246"/>
                  <a:pt x="10209256" y="576712"/>
                  <a:pt x="10205575" y="430318"/>
                </a:cubicBezTo>
                <a:lnTo>
                  <a:pt x="10205385" y="416328"/>
                </a:lnTo>
                <a:cubicBezTo>
                  <a:pt x="10201703" y="269934"/>
                  <a:pt x="10081941" y="152400"/>
                  <a:pt x="9934698" y="152400"/>
                </a:cubicBezTo>
                <a:lnTo>
                  <a:pt x="1415314" y="152400"/>
                </a:lnTo>
                <a:close/>
              </a:path>
            </a:pathLst>
          </a:custGeom>
          <a:solidFill>
            <a:schemeClr val="bg1"/>
          </a:solidFill>
          <a:ln w="6347" cap="flat">
            <a:noFill/>
            <a:prstDash val="solid"/>
            <a:miter/>
          </a:ln>
        </p:spPr>
        <p:txBody>
          <a:bodyPr rtlCol="0" anchor="ctr"/>
          <a:lstStyle/>
          <a:p>
            <a:endParaRPr lang="en-US"/>
          </a:p>
        </p:txBody>
      </p:sp>
      <p:sp>
        <p:nvSpPr>
          <p:cNvPr id="3" name="Title 2">
            <a:extLst>
              <a:ext uri="{FF2B5EF4-FFF2-40B4-BE49-F238E27FC236}">
                <a16:creationId xmlns:a16="http://schemas.microsoft.com/office/drawing/2014/main" id="{19A82F1C-EC6C-9A58-5333-DAA0CCC0D9E7}"/>
              </a:ext>
            </a:extLst>
          </p:cNvPr>
          <p:cNvSpPr>
            <a:spLocks noGrp="1"/>
          </p:cNvSpPr>
          <p:nvPr>
            <p:ph type="title" hasCustomPrompt="1"/>
          </p:nvPr>
        </p:nvSpPr>
        <p:spPr>
          <a:xfrm>
            <a:off x="7467600" y="5410201"/>
            <a:ext cx="4343400" cy="1295400"/>
          </a:xfrm>
        </p:spPr>
        <p:txBody>
          <a:bodyPr anchor="ctr">
            <a:normAutofit/>
          </a:bodyPr>
          <a:lstStyle>
            <a:lvl1pPr>
              <a:lnSpc>
                <a:spcPct val="120000"/>
              </a:lnSpc>
              <a:defRPr sz="2000" cap="all" baseline="0">
                <a:latin typeface="+mn-lt"/>
              </a:defRPr>
            </a:lvl1pPr>
          </a:lstStyle>
          <a:p>
            <a:r>
              <a:rPr lang="en-US" dirty="0"/>
              <a:t>Quote Author</a:t>
            </a:r>
          </a:p>
        </p:txBody>
      </p:sp>
      <p:sp>
        <p:nvSpPr>
          <p:cNvPr id="5" name="Content Placeholder 6">
            <a:extLst>
              <a:ext uri="{FF2B5EF4-FFF2-40B4-BE49-F238E27FC236}">
                <a16:creationId xmlns:a16="http://schemas.microsoft.com/office/drawing/2014/main" id="{7370BB19-9C3E-4752-84BE-FE86850C4FE1}"/>
              </a:ext>
            </a:extLst>
          </p:cNvPr>
          <p:cNvSpPr>
            <a:spLocks noGrp="1"/>
          </p:cNvSpPr>
          <p:nvPr>
            <p:ph sz="quarter" idx="13" hasCustomPrompt="1"/>
          </p:nvPr>
        </p:nvSpPr>
        <p:spPr>
          <a:xfrm>
            <a:off x="1524000" y="1600200"/>
            <a:ext cx="9144000" cy="3200400"/>
          </a:xfrm>
        </p:spPr>
        <p:txBody>
          <a:bodyPr anchor="ctr">
            <a:normAutofit/>
          </a:bodyPr>
          <a:lstStyle>
            <a:lvl1pPr marL="164592" indent="-164592">
              <a:lnSpc>
                <a:spcPct val="100000"/>
              </a:lnSpc>
              <a:spcBef>
                <a:spcPts val="0"/>
              </a:spcBef>
              <a:buNone/>
              <a:defRPr sz="5400" b="0" i="0">
                <a:solidFill>
                  <a:schemeClr val="tx1"/>
                </a:solidFill>
                <a:latin typeface="+mj-lt"/>
                <a:cs typeface="Biome" panose="020B0503030204020804" pitchFamily="34" charset="0"/>
              </a:defRPr>
            </a:lvl1pPr>
          </a:lstStyle>
          <a:p>
            <a:pPr lvl="0"/>
            <a:r>
              <a:rPr lang="en-US" dirty="0"/>
              <a:t>Click to add Quote</a:t>
            </a:r>
          </a:p>
        </p:txBody>
      </p:sp>
    </p:spTree>
    <p:extLst>
      <p:ext uri="{BB962C8B-B14F-4D97-AF65-F5344CB8AC3E}">
        <p14:creationId xmlns:p14="http://schemas.microsoft.com/office/powerpoint/2010/main" val="990762973"/>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1"/>
      </p:bgRef>
    </p:bg>
    <p:spTree>
      <p:nvGrpSpPr>
        <p:cNvPr id="1" name=""/>
        <p:cNvGrpSpPr/>
        <p:nvPr/>
      </p:nvGrpSpPr>
      <p:grpSpPr>
        <a:xfrm>
          <a:off x="0" y="0"/>
          <a:ext cx="0" cy="0"/>
          <a:chOff x="0" y="0"/>
          <a:chExt cx="0" cy="0"/>
        </a:xfrm>
      </p:grpSpPr>
      <p:pic>
        <p:nvPicPr>
          <p:cNvPr id="11" name="Picture 10" descr="A close up of a bubble&#10;&#10;AI-generated content may be incorrect.">
            <a:extLst>
              <a:ext uri="{FF2B5EF4-FFF2-40B4-BE49-F238E27FC236}">
                <a16:creationId xmlns:a16="http://schemas.microsoft.com/office/drawing/2014/main" id="{084ED489-7A1D-A5F2-BA2C-402A4A6E313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FB40D68-689C-C890-D6D8-567972DF034F}"/>
              </a:ext>
            </a:extLst>
          </p:cNvPr>
          <p:cNvSpPr>
            <a:spLocks noGrp="1"/>
          </p:cNvSpPr>
          <p:nvPr>
            <p:ph type="title" hasCustomPrompt="1"/>
          </p:nvPr>
        </p:nvSpPr>
        <p:spPr>
          <a:xfrm>
            <a:off x="414130" y="4876800"/>
            <a:ext cx="5936974" cy="1330779"/>
          </a:xfrm>
        </p:spPr>
        <p:txBody>
          <a:bodyPr>
            <a:normAutofit/>
          </a:bodyPr>
          <a:lstStyle>
            <a:lvl1pPr>
              <a:lnSpc>
                <a:spcPct val="120000"/>
              </a:lnSpc>
              <a:defRPr sz="2000" cap="all"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381000" y="1600200"/>
            <a:ext cx="10972800" cy="3159580"/>
          </a:xfrm>
        </p:spPr>
        <p:txBody>
          <a:bodyPr anchor="ctr">
            <a:normAutofit/>
          </a:bodyPr>
          <a:lstStyle>
            <a:lvl1pPr marL="164592" indent="-164592">
              <a:lnSpc>
                <a:spcPct val="100000"/>
              </a:lnSpc>
              <a:spcBef>
                <a:spcPts val="0"/>
              </a:spcBef>
              <a:buNone/>
              <a:defRPr sz="6000" b="0" i="0">
                <a:solidFill>
                  <a:schemeClr val="tx1"/>
                </a:solidFill>
                <a:latin typeface="+mj-lt"/>
                <a:cs typeface="Biome" panose="020B05030302040208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3742436F-3E48-5C39-5A18-376A304D141A}"/>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53C6C-2B4F-F6AA-0CF7-A9ADD74C2441}"/>
              </a:ext>
            </a:extLst>
          </p:cNvPr>
          <p:cNvSpPr>
            <a:spLocks noGrp="1"/>
          </p:cNvSpPr>
          <p:nvPr>
            <p:ph type="dt" sz="half" idx="14"/>
          </p:nvPr>
        </p:nvSpPr>
        <p:spPr/>
        <p:txBody>
          <a:bodyPr/>
          <a:lstStyle>
            <a:lvl1pPr>
              <a:defRPr>
                <a:solidFill>
                  <a:schemeClr val="tx1"/>
                </a:solidFill>
              </a:defRPr>
            </a:lvl1pPr>
          </a:lstStyle>
          <a:p>
            <a:fld id="{88E87FA6-3C50-8748-8507-409D2A1BA905}" type="datetime1">
              <a:rPr lang="en-US" smtClean="0"/>
              <a:t>12/20/2025</a:t>
            </a:fld>
            <a:endParaRPr lang="en-US"/>
          </a:p>
        </p:txBody>
      </p:sp>
      <p:sp>
        <p:nvSpPr>
          <p:cNvPr id="5" name="Slide Number Placeholder 4">
            <a:extLst>
              <a:ext uri="{FF2B5EF4-FFF2-40B4-BE49-F238E27FC236}">
                <a16:creationId xmlns:a16="http://schemas.microsoft.com/office/drawing/2014/main" id="{8D6BEDF4-5C68-6DDB-E70C-F6B66866AE70}"/>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3985406"/>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pic>
        <p:nvPicPr>
          <p:cNvPr id="10" name="Picture 9" descr="A blue and pink background&#10;&#10;AI-generated content may be incorrect.">
            <a:extLst>
              <a:ext uri="{FF2B5EF4-FFF2-40B4-BE49-F238E27FC236}">
                <a16:creationId xmlns:a16="http://schemas.microsoft.com/office/drawing/2014/main" id="{83A779BB-AB0F-056F-6486-83143FD5A6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1" y="1600200"/>
            <a:ext cx="10744200" cy="1828800"/>
          </a:xfrm>
          <a:prstGeom prst="rect">
            <a:avLst/>
          </a:prstGeom>
        </p:spPr>
        <p:txBody>
          <a:bodyPr anchor="t">
            <a:normAutofit/>
          </a:bodyPr>
          <a:lstStyle>
            <a:lvl1pPr>
              <a:defRPr sz="7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380937" y="3429000"/>
            <a:ext cx="10747186" cy="2743200"/>
          </a:xfrm>
        </p:spPr>
        <p:txBody>
          <a:bodyPr/>
          <a:lstStyle>
            <a:lvl1pPr marL="0" indent="0">
              <a:buNone/>
              <a:defRPr sz="1600">
                <a:solidFill>
                  <a:schemeClr val="tx1"/>
                </a:solidFill>
              </a:defRPr>
            </a:lvl1pPr>
            <a:lvl2pPr marL="228600" indent="0">
              <a:buNone/>
              <a:defRPr sz="1600">
                <a:solidFill>
                  <a:schemeClr val="tx1"/>
                </a:solidFill>
              </a:defRPr>
            </a:lvl2pPr>
            <a:lvl3pPr marL="457200" indent="0">
              <a:buNone/>
              <a:defRPr sz="1600">
                <a:solidFill>
                  <a:schemeClr val="tx1"/>
                </a:solidFill>
              </a:defRPr>
            </a:lvl3pPr>
            <a:lvl4pPr marL="685800" indent="0">
              <a:buNone/>
              <a:defRPr sz="1600">
                <a:solidFill>
                  <a:schemeClr val="tx1"/>
                </a:solidFill>
              </a:defRPr>
            </a:lvl4pPr>
            <a:lvl5pPr marL="914400" indent="0">
              <a:buNone/>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9D98AA8-7753-5656-7CA8-417FCD629738}"/>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2E445596-CA02-23EA-82B9-B14918457C9D}"/>
              </a:ext>
            </a:extLst>
          </p:cNvPr>
          <p:cNvSpPr>
            <a:spLocks noGrp="1"/>
          </p:cNvSpPr>
          <p:nvPr>
            <p:ph type="dt" sz="half" idx="14"/>
          </p:nvPr>
        </p:nvSpPr>
        <p:spPr/>
        <p:txBody>
          <a:bodyPr/>
          <a:lstStyle>
            <a:lvl1pPr>
              <a:defRPr>
                <a:solidFill>
                  <a:schemeClr val="tx1"/>
                </a:solidFill>
              </a:defRPr>
            </a:lvl1pPr>
          </a:lstStyle>
          <a:p>
            <a:fld id="{09DD0BF5-CA27-A04C-967E-C46BC4852727}" type="datetime1">
              <a:rPr lang="en-US" smtClean="0"/>
              <a:pPr/>
              <a:t>12/20/2025</a:t>
            </a:fld>
            <a:endParaRPr lang="en-US"/>
          </a:p>
        </p:txBody>
      </p:sp>
      <p:sp>
        <p:nvSpPr>
          <p:cNvPr id="5" name="Slide Number Placeholder 4">
            <a:extLst>
              <a:ext uri="{FF2B5EF4-FFF2-40B4-BE49-F238E27FC236}">
                <a16:creationId xmlns:a16="http://schemas.microsoft.com/office/drawing/2014/main" id="{6513D4CD-5010-564F-B5B4-562B93697493}"/>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1044907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1663180"/>
            <a:ext cx="8226553" cy="1842020"/>
          </a:xfrm>
          <a:prstGeom prst="rect">
            <a:avLst/>
          </a:prstGeom>
        </p:spPr>
        <p:txBody>
          <a:bodyPr anchor="b">
            <a:noAutofit/>
          </a:bodyPr>
          <a:lstStyle>
            <a:lvl1pPr>
              <a:defRPr sz="72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81128" y="3657600"/>
            <a:ext cx="8226425" cy="1689620"/>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720FF9D-2FDC-479B-8067-BE09112767E3}"/>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F73513EE-DA6F-493D-D79A-DB63A6DE89A2}"/>
              </a:ext>
            </a:extLst>
          </p:cNvPr>
          <p:cNvSpPr>
            <a:spLocks noGrp="1"/>
          </p:cNvSpPr>
          <p:nvPr>
            <p:ph type="dt" sz="half" idx="15"/>
          </p:nvPr>
        </p:nvSpPr>
        <p:spPr/>
        <p:txBody>
          <a:bodyPr/>
          <a:lstStyle>
            <a:lvl1pPr>
              <a:defRPr>
                <a:solidFill>
                  <a:schemeClr val="tx1"/>
                </a:solidFill>
              </a:defRPr>
            </a:lvl1pPr>
          </a:lstStyle>
          <a:p>
            <a:fld id="{67464449-D5FC-7145-944F-5DCEC882B5C4}" type="datetime1">
              <a:rPr lang="en-US" smtClean="0"/>
              <a:pPr/>
              <a:t>12/20/2025</a:t>
            </a:fld>
            <a:endParaRPr lang="en-US"/>
          </a:p>
        </p:txBody>
      </p:sp>
      <p:sp>
        <p:nvSpPr>
          <p:cNvPr id="5" name="Slide Number Placeholder 4">
            <a:extLst>
              <a:ext uri="{FF2B5EF4-FFF2-40B4-BE49-F238E27FC236}">
                <a16:creationId xmlns:a16="http://schemas.microsoft.com/office/drawing/2014/main" id="{787F128B-EBE3-DEDC-3074-059B36D56FCE}"/>
              </a:ext>
            </a:extLst>
          </p:cNvPr>
          <p:cNvSpPr>
            <a:spLocks noGrp="1"/>
          </p:cNvSpPr>
          <p:nvPr>
            <p:ph type="sldNum" sz="quarter" idx="17"/>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5912705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ADE5D-9EBB-FD2B-6B9B-CB2C00AAE7C3}"/>
              </a:ext>
            </a:extLst>
          </p:cNvPr>
          <p:cNvSpPr>
            <a:spLocks noGrp="1"/>
          </p:cNvSpPr>
          <p:nvPr>
            <p:ph type="title"/>
          </p:nvPr>
        </p:nvSpPr>
        <p:spPr>
          <a:xfrm>
            <a:off x="381000" y="691835"/>
            <a:ext cx="11430000" cy="908365"/>
          </a:xfrm>
          <a:prstGeom prst="rect">
            <a:avLst/>
          </a:prstGeom>
        </p:spPr>
        <p:txBody>
          <a:bodyPr vert="horz" lIns="91440" tIns="45720" rIns="91440" bIns="45720" rtlCol="0" anchor="t">
            <a:norm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381000" y="1825625"/>
            <a:ext cx="5257800" cy="4340540"/>
          </a:xfrm>
        </p:spPr>
        <p:txBody>
          <a:bodyPr/>
          <a:lstStyle>
            <a:lvl1pPr>
              <a:defRPr b="0" i="0">
                <a:latin typeface="+mn-lt"/>
              </a:defRPr>
            </a:lvl1pPr>
            <a:lvl2pPr>
              <a:defRPr b="0">
                <a:latin typeface="+mn-lt"/>
              </a:defRPr>
            </a:lvl2pPr>
            <a:lvl3pPr>
              <a:defRPr b="0">
                <a:latin typeface="+mn-lt"/>
              </a:defRPr>
            </a:lvl3pPr>
            <a:lvl4pPr>
              <a:defRPr b="0">
                <a:latin typeface="+mn-lt"/>
              </a:defRPr>
            </a:lvl4pPr>
            <a:lvl5pPr>
              <a:defRPr b="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53200" y="1825625"/>
            <a:ext cx="5257800" cy="4340540"/>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0529E1D-85A3-AFE0-0936-A45EA8FEC503}"/>
              </a:ext>
            </a:extLst>
          </p:cNvPr>
          <p:cNvSpPr>
            <a:spLocks noGrp="1"/>
          </p:cNvSpPr>
          <p:nvPr>
            <p:ph type="ftr" sz="quarter" idx="18"/>
          </p:nvPr>
        </p:nvSpPr>
        <p:spPr/>
        <p:txBody>
          <a:bodyPr/>
          <a:lstStyle/>
          <a:p>
            <a:r>
              <a:rPr lang="en-US"/>
              <a:t>Sample Footer Text</a:t>
            </a:r>
          </a:p>
        </p:txBody>
      </p:sp>
      <p:sp>
        <p:nvSpPr>
          <p:cNvPr id="3" name="Date Placeholder 2">
            <a:extLst>
              <a:ext uri="{FF2B5EF4-FFF2-40B4-BE49-F238E27FC236}">
                <a16:creationId xmlns:a16="http://schemas.microsoft.com/office/drawing/2014/main" id="{73D344AB-8B83-76F2-09B9-2D606269ECC5}"/>
              </a:ext>
            </a:extLst>
          </p:cNvPr>
          <p:cNvSpPr>
            <a:spLocks noGrp="1"/>
          </p:cNvSpPr>
          <p:nvPr>
            <p:ph type="dt" sz="half" idx="17"/>
          </p:nvPr>
        </p:nvSpPr>
        <p:spPr/>
        <p:txBody>
          <a:bodyPr/>
          <a:lstStyle/>
          <a:p>
            <a:fld id="{A4EF2610-7DF8-C942-A8A1-C05E61FE4E13}" type="datetime1">
              <a:rPr lang="en-US" smtClean="0"/>
              <a:t>12/20/2025</a:t>
            </a:fld>
            <a:endParaRPr lang="en-US"/>
          </a:p>
        </p:txBody>
      </p:sp>
      <p:sp>
        <p:nvSpPr>
          <p:cNvPr id="7" name="Slide Number Placeholder 6">
            <a:extLst>
              <a:ext uri="{FF2B5EF4-FFF2-40B4-BE49-F238E27FC236}">
                <a16:creationId xmlns:a16="http://schemas.microsoft.com/office/drawing/2014/main" id="{1BE82BE9-2D98-AA2B-044A-3F2246C64032}"/>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080128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AD6F4F-390B-6FF8-9E31-3FB02C46F3D5}"/>
              </a:ext>
            </a:extLst>
          </p:cNvPr>
          <p:cNvSpPr>
            <a:spLocks noGrp="1"/>
          </p:cNvSpPr>
          <p:nvPr>
            <p:ph type="title"/>
          </p:nvPr>
        </p:nvSpPr>
        <p:spPr>
          <a:xfrm>
            <a:off x="380999" y="691835"/>
            <a:ext cx="11423901" cy="90836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80999" y="1685735"/>
            <a:ext cx="5257801" cy="559834"/>
          </a:xfrm>
        </p:spPr>
        <p:txBody>
          <a:bodyPr anchor="ctr">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380999" y="2331103"/>
            <a:ext cx="5257801" cy="3835061"/>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53202" y="1685735"/>
            <a:ext cx="5251698" cy="559834"/>
          </a:xfrm>
        </p:spPr>
        <p:txBody>
          <a:bodyPr anchor="ctr">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53202" y="2331103"/>
            <a:ext cx="5251698" cy="3835061"/>
          </a:xfrm>
        </p:spPr>
        <p:txBody>
          <a:bodyPr/>
          <a:lstStyle>
            <a:lvl1pPr>
              <a:defRPr b="0" i="0">
                <a:latin typeface="+mn-lt"/>
              </a:defRPr>
            </a:lvl1pPr>
            <a:lvl2pPr>
              <a:defRPr b="0">
                <a:latin typeface="+mn-lt"/>
              </a:defRPr>
            </a:lvl2pPr>
            <a:lvl3pPr>
              <a:defRPr b="0">
                <a:latin typeface="+mn-lt"/>
              </a:defRPr>
            </a:lvl3pPr>
            <a:lvl4pPr>
              <a:defRPr b="0">
                <a:latin typeface="+mn-lt"/>
              </a:defRPr>
            </a:lvl4pPr>
            <a:lvl5pPr>
              <a:defRPr b="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83F03A7F-FEC3-F367-DE4A-A57EE3DFBD55}"/>
              </a:ext>
            </a:extLst>
          </p:cNvPr>
          <p:cNvSpPr>
            <a:spLocks noGrp="1"/>
          </p:cNvSpPr>
          <p:nvPr>
            <p:ph type="ftr" sz="quarter" idx="18"/>
          </p:nvPr>
        </p:nvSpPr>
        <p:spPr/>
        <p:txBody>
          <a:bodyPr/>
          <a:lstStyle/>
          <a:p>
            <a:r>
              <a:rPr lang="en-US"/>
              <a:t>Sample Footer Text</a:t>
            </a:r>
          </a:p>
        </p:txBody>
      </p:sp>
      <p:sp>
        <p:nvSpPr>
          <p:cNvPr id="4" name="Date Placeholder 3">
            <a:extLst>
              <a:ext uri="{FF2B5EF4-FFF2-40B4-BE49-F238E27FC236}">
                <a16:creationId xmlns:a16="http://schemas.microsoft.com/office/drawing/2014/main" id="{0D19E03A-C423-F4E4-B5E7-420AAD9003B1}"/>
              </a:ext>
            </a:extLst>
          </p:cNvPr>
          <p:cNvSpPr>
            <a:spLocks noGrp="1"/>
          </p:cNvSpPr>
          <p:nvPr>
            <p:ph type="dt" sz="half" idx="17"/>
          </p:nvPr>
        </p:nvSpPr>
        <p:spPr/>
        <p:txBody>
          <a:bodyPr/>
          <a:lstStyle/>
          <a:p>
            <a:fld id="{E110005D-EEDD-DA40-A727-ED7897336E79}" type="datetime1">
              <a:rPr lang="en-US" smtClean="0"/>
              <a:t>12/20/2025</a:t>
            </a:fld>
            <a:endParaRPr lang="en-US"/>
          </a:p>
        </p:txBody>
      </p:sp>
      <p:sp>
        <p:nvSpPr>
          <p:cNvPr id="9" name="Slide Number Placeholder 8">
            <a:extLst>
              <a:ext uri="{FF2B5EF4-FFF2-40B4-BE49-F238E27FC236}">
                <a16:creationId xmlns:a16="http://schemas.microsoft.com/office/drawing/2014/main" id="{473C867C-7E64-405A-197E-407BA7C3D9D6}"/>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4546816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03A9018E-4D2C-5352-B5C2-2A1DC050B19F}"/>
              </a:ext>
            </a:extLst>
          </p:cNvPr>
          <p:cNvSpPr>
            <a:spLocks noGrp="1"/>
          </p:cNvSpPr>
          <p:nvPr>
            <p:ph type="title"/>
          </p:nvPr>
        </p:nvSpPr>
        <p:spPr>
          <a:xfrm>
            <a:off x="381000" y="691835"/>
            <a:ext cx="11430000" cy="908365"/>
          </a:xfrm>
          <a:prstGeom prst="rect">
            <a:avLst/>
          </a:prstGeom>
        </p:spPr>
        <p:txBody>
          <a:bodyPr vert="horz" lIns="91440" tIns="45720" rIns="91440" bIns="45720" rtlCol="0" anchor="t">
            <a:normAutofit/>
          </a:bodyPr>
          <a:lstStyle/>
          <a:p>
            <a:r>
              <a:rPr lang="en-US"/>
              <a:t>Click to edit Master title style</a:t>
            </a:r>
          </a:p>
        </p:txBody>
      </p:sp>
      <p:sp>
        <p:nvSpPr>
          <p:cNvPr id="3" name="Footer Placeholder 2">
            <a:extLst>
              <a:ext uri="{FF2B5EF4-FFF2-40B4-BE49-F238E27FC236}">
                <a16:creationId xmlns:a16="http://schemas.microsoft.com/office/drawing/2014/main" id="{B9A19522-5E48-ACCC-D97B-E414BD049245}"/>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A8C712FE-7A30-4576-5CDD-D89D4B42C08F}"/>
              </a:ext>
            </a:extLst>
          </p:cNvPr>
          <p:cNvSpPr>
            <a:spLocks noGrp="1"/>
          </p:cNvSpPr>
          <p:nvPr>
            <p:ph type="dt" sz="half" idx="10"/>
          </p:nvPr>
        </p:nvSpPr>
        <p:spPr/>
        <p:txBody>
          <a:bodyPr/>
          <a:lstStyle/>
          <a:p>
            <a:fld id="{917F45F0-C73C-6741-AD8D-EA52530DA377}" type="datetime1">
              <a:rPr lang="en-US" smtClean="0"/>
              <a:t>12/20/2025</a:t>
            </a:fld>
            <a:endParaRPr lang="en-US"/>
          </a:p>
        </p:txBody>
      </p:sp>
      <p:sp>
        <p:nvSpPr>
          <p:cNvPr id="6" name="Slide Number Placeholder 5">
            <a:extLst>
              <a:ext uri="{FF2B5EF4-FFF2-40B4-BE49-F238E27FC236}">
                <a16:creationId xmlns:a16="http://schemas.microsoft.com/office/drawing/2014/main" id="{9E1BD9D6-59C6-2EA3-9C8E-897EAAA32010}"/>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401474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mpty">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164CBE7-122C-372F-CA47-78DB47D4D2E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DA9B557C-A799-7ABC-34D9-85E81AF10CC1}"/>
              </a:ext>
            </a:extLst>
          </p:cNvPr>
          <p:cNvSpPr>
            <a:spLocks noGrp="1"/>
          </p:cNvSpPr>
          <p:nvPr>
            <p:ph type="dt" sz="half" idx="10"/>
          </p:nvPr>
        </p:nvSpPr>
        <p:spPr/>
        <p:txBody>
          <a:bodyPr/>
          <a:lstStyle/>
          <a:p>
            <a:fld id="{7E3784C8-F1F9-3A4E-8157-ADC6FC447930}" type="datetime1">
              <a:rPr lang="en-US" smtClean="0"/>
              <a:t>12/20/2025</a:t>
            </a:fld>
            <a:endParaRPr lang="en-US"/>
          </a:p>
        </p:txBody>
      </p:sp>
      <p:sp>
        <p:nvSpPr>
          <p:cNvPr id="4" name="Slide Number Placeholder 3">
            <a:extLst>
              <a:ext uri="{FF2B5EF4-FFF2-40B4-BE49-F238E27FC236}">
                <a16:creationId xmlns:a16="http://schemas.microsoft.com/office/drawing/2014/main" id="{40E2A6A8-952D-B9FE-5DB7-B5C9059B477B}"/>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273505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C13AB9D-812B-280C-98D2-D0786B08D086}"/>
              </a:ext>
            </a:extLst>
          </p:cNvPr>
          <p:cNvSpPr>
            <a:spLocks noGrp="1"/>
          </p:cNvSpPr>
          <p:nvPr>
            <p:ph type="title"/>
          </p:nvPr>
        </p:nvSpPr>
        <p:spPr>
          <a:xfrm>
            <a:off x="381000" y="685800"/>
            <a:ext cx="3886200" cy="1828800"/>
          </a:xfrm>
          <a:prstGeom prst="rect">
            <a:avLst/>
          </a:prstGeom>
        </p:spPr>
        <p:txBody>
          <a:bodyPr anchor="t">
            <a:normAutofit/>
          </a:bodyPr>
          <a:lstStyle>
            <a:lvl1pPr>
              <a:defRPr sz="2800"/>
            </a:lvl1pPr>
          </a:lstStyle>
          <a:p>
            <a:r>
              <a:rPr lang="en-US"/>
              <a:t>Click to edit Master title style</a:t>
            </a:r>
          </a:p>
        </p:txBody>
      </p:sp>
      <p:sp>
        <p:nvSpPr>
          <p:cNvPr id="6" name="Text Placeholder 3">
            <a:extLst>
              <a:ext uri="{FF2B5EF4-FFF2-40B4-BE49-F238E27FC236}">
                <a16:creationId xmlns:a16="http://schemas.microsoft.com/office/drawing/2014/main" id="{1658B112-43AE-EA1E-F73B-B03C04A4EF17}"/>
              </a:ext>
            </a:extLst>
          </p:cNvPr>
          <p:cNvSpPr>
            <a:spLocks noGrp="1"/>
          </p:cNvSpPr>
          <p:nvPr>
            <p:ph type="body" sz="half" idx="2"/>
          </p:nvPr>
        </p:nvSpPr>
        <p:spPr>
          <a:xfrm>
            <a:off x="384048" y="2737561"/>
            <a:ext cx="3883152" cy="3434639"/>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629400" cy="5486400"/>
          </a:xfrm>
        </p:spPr>
        <p:txBody>
          <a:bodyPr vert="horz" lIns="91440" tIns="45720" rIns="91440" bIns="45720" rtlCol="0">
            <a:normAutofit/>
          </a:bodyPr>
          <a:lstStyle>
            <a:lvl1pPr>
              <a:defRPr lang="en-US" b="0" dirty="0"/>
            </a:lvl1pPr>
            <a:lvl2pPr>
              <a:defRPr lang="en-US" b="0" dirty="0"/>
            </a:lvl2pPr>
            <a:lvl3pPr>
              <a:defRPr lang="en-US" b="0" dirty="0"/>
            </a:lvl3pPr>
            <a:lvl4pPr>
              <a:defRPr lang="en-US" b="0" dirty="0"/>
            </a:lvl4pPr>
            <a:lvl5pPr>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F577F46-C146-AC84-ACAE-CECFBBCFB470}"/>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99F9C08C-EAB9-2A31-7E24-36E761F312A9}"/>
              </a:ext>
            </a:extLst>
          </p:cNvPr>
          <p:cNvSpPr>
            <a:spLocks noGrp="1"/>
          </p:cNvSpPr>
          <p:nvPr>
            <p:ph type="dt" sz="half" idx="10"/>
          </p:nvPr>
        </p:nvSpPr>
        <p:spPr/>
        <p:txBody>
          <a:bodyPr/>
          <a:lstStyle/>
          <a:p>
            <a:fld id="{2049B5C8-C320-CE42-B783-8C4DFC960665}" type="datetime1">
              <a:rPr lang="en-US" smtClean="0"/>
              <a:t>12/20/2025</a:t>
            </a:fld>
            <a:endParaRPr lang="en-US"/>
          </a:p>
        </p:txBody>
      </p:sp>
      <p:sp>
        <p:nvSpPr>
          <p:cNvPr id="7" name="Slide Number Placeholder 6">
            <a:extLst>
              <a:ext uri="{FF2B5EF4-FFF2-40B4-BE49-F238E27FC236}">
                <a16:creationId xmlns:a16="http://schemas.microsoft.com/office/drawing/2014/main" id="{9F0E3958-DD85-BB6B-F676-7404C105587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6589787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381000" y="685800"/>
            <a:ext cx="3886200" cy="1828800"/>
          </a:xfrm>
          <a:prstGeom prst="rect">
            <a:avLst/>
          </a:prstGeo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381000" y="2737562"/>
            <a:ext cx="3886200"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11">
            <a:extLst>
              <a:ext uri="{FF2B5EF4-FFF2-40B4-BE49-F238E27FC236}">
                <a16:creationId xmlns:a16="http://schemas.microsoft.com/office/drawing/2014/main" id="{AAC09ED5-B2A4-445A-3B8D-189668803730}"/>
              </a:ext>
            </a:extLst>
          </p:cNvPr>
          <p:cNvSpPr>
            <a:spLocks noGrp="1"/>
          </p:cNvSpPr>
          <p:nvPr>
            <p:ph type="pic" sz="quarter" idx="15" hasCustomPrompt="1"/>
          </p:nvPr>
        </p:nvSpPr>
        <p:spPr>
          <a:xfrm>
            <a:off x="5167745" y="153416"/>
            <a:ext cx="6858000" cy="6552184"/>
          </a:xfrm>
          <a:custGeom>
            <a:avLst/>
            <a:gdLst>
              <a:gd name="connsiteX0" fmla="*/ 349250 w 6858000"/>
              <a:gd name="connsiteY0" fmla="*/ 0 h 6552184"/>
              <a:gd name="connsiteX1" fmla="*/ 6508751 w 6858000"/>
              <a:gd name="connsiteY1" fmla="*/ 0 h 6552184"/>
              <a:gd name="connsiteX2" fmla="*/ 6850905 w 6858000"/>
              <a:gd name="connsiteY2" fmla="*/ 278863 h 6552184"/>
              <a:gd name="connsiteX3" fmla="*/ 6858000 w 6858000"/>
              <a:gd name="connsiteY3" fmla="*/ 349239 h 6552184"/>
              <a:gd name="connsiteX4" fmla="*/ 6858000 w 6858000"/>
              <a:gd name="connsiteY4" fmla="*/ 5701612 h 6552184"/>
              <a:gd name="connsiteX5" fmla="*/ 6850905 w 6858000"/>
              <a:gd name="connsiteY5" fmla="*/ 5771987 h 6552184"/>
              <a:gd name="connsiteX6" fmla="*/ 6508751 w 6858000"/>
              <a:gd name="connsiteY6" fmla="*/ 6050852 h 6552184"/>
              <a:gd name="connsiteX7" fmla="*/ 3679660 w 6858000"/>
              <a:gd name="connsiteY7" fmla="*/ 6050852 h 6552184"/>
              <a:gd name="connsiteX8" fmla="*/ 3429000 w 6858000"/>
              <a:gd name="connsiteY8" fmla="*/ 6301512 h 6552184"/>
              <a:gd name="connsiteX9" fmla="*/ 3178340 w 6858000"/>
              <a:gd name="connsiteY9" fmla="*/ 6552184 h 6552184"/>
              <a:gd name="connsiteX10" fmla="*/ 349250 w 6858000"/>
              <a:gd name="connsiteY10" fmla="*/ 6552184 h 6552184"/>
              <a:gd name="connsiteX11" fmla="*/ 0 w 6858000"/>
              <a:gd name="connsiteY11" fmla="*/ 6202922 h 6552184"/>
              <a:gd name="connsiteX12" fmla="*/ 0 w 6858000"/>
              <a:gd name="connsiteY12" fmla="*/ 349250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26" y="0"/>
                  <a:pt x="6818339" y="119716"/>
                  <a:pt x="6850905" y="278863"/>
                </a:cubicBezTo>
                <a:lnTo>
                  <a:pt x="6858000" y="349239"/>
                </a:lnTo>
                <a:lnTo>
                  <a:pt x="6858000" y="5701612"/>
                </a:lnTo>
                <a:lnTo>
                  <a:pt x="6850905" y="5771987"/>
                </a:lnTo>
                <a:cubicBezTo>
                  <a:pt x="6818339" y="5931132"/>
                  <a:pt x="6677525" y="6050852"/>
                  <a:pt x="6508751" y="6050852"/>
                </a:cubicBezTo>
                <a:lnTo>
                  <a:pt x="3679660" y="6050852"/>
                </a:lnTo>
                <a:cubicBezTo>
                  <a:pt x="3541224" y="6050852"/>
                  <a:pt x="3429000" y="6163075"/>
                  <a:pt x="3429000" y="6301512"/>
                </a:cubicBezTo>
                <a:cubicBezTo>
                  <a:pt x="3429000" y="6439916"/>
                  <a:pt x="3316777" y="6552184"/>
                  <a:pt x="3178340" y="6552184"/>
                </a:cubicBezTo>
                <a:lnTo>
                  <a:pt x="349250" y="6552184"/>
                </a:lnTo>
                <a:cubicBezTo>
                  <a:pt x="156337" y="6552184"/>
                  <a:pt x="0" y="6395784"/>
                  <a:pt x="0" y="6202922"/>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lvl1pPr>
              <a:defRPr/>
            </a:lvl1pPr>
          </a:lstStyle>
          <a:p>
            <a:r>
              <a:rPr lang="en-US" dirty="0"/>
              <a:t>   </a:t>
            </a:r>
          </a:p>
        </p:txBody>
      </p:sp>
      <p:sp>
        <p:nvSpPr>
          <p:cNvPr id="14" name="Footer Placeholder 13">
            <a:extLst>
              <a:ext uri="{FF2B5EF4-FFF2-40B4-BE49-F238E27FC236}">
                <a16:creationId xmlns:a16="http://schemas.microsoft.com/office/drawing/2014/main" id="{1653829D-48DF-80C8-EFD1-8AE8D025091D}"/>
              </a:ext>
            </a:extLst>
          </p:cNvPr>
          <p:cNvSpPr>
            <a:spLocks noGrp="1"/>
          </p:cNvSpPr>
          <p:nvPr>
            <p:ph type="ftr" sz="quarter" idx="11"/>
          </p:nvPr>
        </p:nvSpPr>
        <p:spPr/>
        <p:txBody>
          <a:bodyPr/>
          <a:lstStyle/>
          <a:p>
            <a:r>
              <a:rPr lang="en-US"/>
              <a:t>Sample Footer Text</a:t>
            </a:r>
          </a:p>
        </p:txBody>
      </p:sp>
      <p:sp>
        <p:nvSpPr>
          <p:cNvPr id="13" name="Date Placeholder 12">
            <a:extLst>
              <a:ext uri="{FF2B5EF4-FFF2-40B4-BE49-F238E27FC236}">
                <a16:creationId xmlns:a16="http://schemas.microsoft.com/office/drawing/2014/main" id="{4692675B-8BC2-A545-81FF-1559B305D7D5}"/>
              </a:ext>
            </a:extLst>
          </p:cNvPr>
          <p:cNvSpPr>
            <a:spLocks noGrp="1"/>
          </p:cNvSpPr>
          <p:nvPr>
            <p:ph type="dt" sz="half" idx="10"/>
          </p:nvPr>
        </p:nvSpPr>
        <p:spPr/>
        <p:txBody>
          <a:bodyPr/>
          <a:lstStyle/>
          <a:p>
            <a:fld id="{A9226019-33FF-D14C-86DC-8CD2C65E2709}" type="datetime1">
              <a:rPr lang="en-US" smtClean="0"/>
              <a:t>12/20/2025</a:t>
            </a:fld>
            <a:endParaRPr lang="en-US"/>
          </a:p>
        </p:txBody>
      </p:sp>
      <p:sp>
        <p:nvSpPr>
          <p:cNvPr id="15" name="Slide Number Placeholder 14">
            <a:extLst>
              <a:ext uri="{FF2B5EF4-FFF2-40B4-BE49-F238E27FC236}">
                <a16:creationId xmlns:a16="http://schemas.microsoft.com/office/drawing/2014/main" id="{B17399EA-8F16-C8FC-075B-CE3915D7DAA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6379863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81002" y="691835"/>
            <a:ext cx="11429998" cy="90836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81000" y="1752600"/>
            <a:ext cx="11430000" cy="44135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4">
            <a:extLst>
              <a:ext uri="{FF2B5EF4-FFF2-40B4-BE49-F238E27FC236}">
                <a16:creationId xmlns:a16="http://schemas.microsoft.com/office/drawing/2014/main" id="{DCFE50CA-A07B-1BE8-AB0E-F3855F27B14C}"/>
              </a:ext>
            </a:extLst>
          </p:cNvPr>
          <p:cNvSpPr>
            <a:spLocks noGrp="1"/>
          </p:cNvSpPr>
          <p:nvPr>
            <p:ph type="ftr" sz="quarter" idx="3"/>
          </p:nvPr>
        </p:nvSpPr>
        <p:spPr>
          <a:xfrm>
            <a:off x="381000" y="6347057"/>
            <a:ext cx="3200400" cy="365125"/>
          </a:xfrm>
          <a:prstGeom prst="rect">
            <a:avLst/>
          </a:prstGeom>
        </p:spPr>
        <p:txBody>
          <a:bodyPr vert="horz" lIns="91440" tIns="45720" rIns="91440" bIns="45720" rtlCol="0" anchor="ctr"/>
          <a:lstStyle>
            <a:lvl1pPr algn="l" rtl="0">
              <a:defRPr sz="800" b="0" i="0" cap="all" spc="100" baseline="0">
                <a:solidFill>
                  <a:schemeClr val="tx1"/>
                </a:solidFill>
                <a:latin typeface="+mn-lt"/>
                <a:cs typeface="Segoe UI" panose="020B0502040204020203" pitchFamily="34" charset="0"/>
              </a:defRPr>
            </a:lvl1pPr>
          </a:lstStyle>
          <a:p>
            <a:r>
              <a:rPr lang="en-US"/>
              <a:t>Sample Footer Text</a:t>
            </a:r>
            <a:endParaRPr lang="en-US" dirty="0"/>
          </a:p>
        </p:txBody>
      </p:sp>
      <p:sp>
        <p:nvSpPr>
          <p:cNvPr id="18" name="Date Placeholder 3">
            <a:extLst>
              <a:ext uri="{FF2B5EF4-FFF2-40B4-BE49-F238E27FC236}">
                <a16:creationId xmlns:a16="http://schemas.microsoft.com/office/drawing/2014/main" id="{DE26C4DF-9E75-7A5B-2595-BEA6116A42A6}"/>
              </a:ext>
            </a:extLst>
          </p:cNvPr>
          <p:cNvSpPr>
            <a:spLocks noGrp="1"/>
          </p:cNvSpPr>
          <p:nvPr>
            <p:ph type="dt" sz="half" idx="2"/>
          </p:nvPr>
        </p:nvSpPr>
        <p:spPr>
          <a:xfrm>
            <a:off x="9525000" y="6340475"/>
            <a:ext cx="1800171" cy="365125"/>
          </a:xfrm>
          <a:prstGeom prst="rect">
            <a:avLst/>
          </a:prstGeom>
        </p:spPr>
        <p:txBody>
          <a:bodyPr vert="horz" lIns="91440" tIns="45720" rIns="91440" bIns="45720" rtlCol="0" anchor="ctr"/>
          <a:lstStyle>
            <a:lvl1pPr algn="r" rtl="0">
              <a:defRPr sz="800" b="0" i="0" cap="all" spc="100" baseline="0">
                <a:solidFill>
                  <a:schemeClr val="tx1"/>
                </a:solidFill>
                <a:latin typeface="+mn-lt"/>
                <a:cs typeface="Segoe UI" panose="020B0502040204020203" pitchFamily="34" charset="0"/>
              </a:defRPr>
            </a:lvl1pPr>
          </a:lstStyle>
          <a:p>
            <a:fld id="{93274EE0-8EE6-BB42-BF21-111D3EB8AA70}" type="datetime1">
              <a:rPr lang="en-US" smtClean="0"/>
              <a:pPr/>
              <a:t>12/20/2025</a:t>
            </a:fld>
            <a:endParaRPr lang="en-US"/>
          </a:p>
        </p:txBody>
      </p:sp>
      <p:sp>
        <p:nvSpPr>
          <p:cNvPr id="19" name="Slide Number Placeholder 5">
            <a:extLst>
              <a:ext uri="{FF2B5EF4-FFF2-40B4-BE49-F238E27FC236}">
                <a16:creationId xmlns:a16="http://schemas.microsoft.com/office/drawing/2014/main" id="{C94B77EC-B34E-F076-4684-F1C05BA67E85}"/>
              </a:ext>
            </a:extLst>
          </p:cNvPr>
          <p:cNvSpPr>
            <a:spLocks noGrp="1"/>
          </p:cNvSpPr>
          <p:nvPr>
            <p:ph type="sldNum" sz="quarter" idx="4"/>
          </p:nvPr>
        </p:nvSpPr>
        <p:spPr>
          <a:xfrm>
            <a:off x="11375694" y="6340475"/>
            <a:ext cx="429207" cy="365125"/>
          </a:xfrm>
          <a:prstGeom prst="rect">
            <a:avLst/>
          </a:prstGeom>
        </p:spPr>
        <p:txBody>
          <a:bodyPr vert="horz" lIns="91440" tIns="45720" rIns="91440" bIns="45720" rtlCol="0" anchor="ctr"/>
          <a:lstStyle>
            <a:lvl1pPr algn="r" rtl="0">
              <a:defRPr sz="800" b="0" i="0" cap="all" spc="100" baseline="0">
                <a:solidFill>
                  <a:schemeClr val="tx1"/>
                </a:solidFill>
                <a:latin typeface="+mn-lt"/>
                <a:cs typeface="Segoe UI" panose="020B0502040204020203" pitchFamily="34" charset="0"/>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35085557"/>
      </p:ext>
    </p:extLst>
  </p:cSld>
  <p:clrMap bg1="lt1" tx1="dk1" bg2="lt2" tx2="dk2" accent1="accent1" accent2="accent2" accent3="accent3" accent4="accent4" accent5="accent5" accent6="accent6" hlink="hlink" folHlink="folHlink"/>
  <p:sldLayoutIdLst>
    <p:sldLayoutId id="2147483899" r:id="rId1"/>
    <p:sldLayoutId id="2147483894" r:id="rId2"/>
    <p:sldLayoutId id="2147483898" r:id="rId3"/>
    <p:sldLayoutId id="2147483900" r:id="rId4"/>
    <p:sldLayoutId id="2147483897" r:id="rId5"/>
    <p:sldLayoutId id="2147483893" r:id="rId6"/>
    <p:sldLayoutId id="2147483895" r:id="rId7"/>
    <p:sldLayoutId id="2147483896" r:id="rId8"/>
    <p:sldLayoutId id="2147483901" r:id="rId9"/>
    <p:sldLayoutId id="2147483947" r:id="rId10"/>
    <p:sldLayoutId id="2147483902" r:id="rId11"/>
    <p:sldLayoutId id="2147483903" r:id="rId12"/>
    <p:sldLayoutId id="2147483904" r:id="rId13"/>
    <p:sldLayoutId id="2147483905" r:id="rId14"/>
    <p:sldLayoutId id="2147483906" r:id="rId15"/>
    <p:sldLayoutId id="2147483907" r:id="rId16"/>
    <p:sldLayoutId id="2147483908" r:id="rId17"/>
    <p:sldLayoutId id="2147483917" r:id="rId18"/>
    <p:sldLayoutId id="2147483918" r:id="rId19"/>
    <p:sldLayoutId id="2147483919" r:id="rId20"/>
    <p:sldLayoutId id="2147483915" r:id="rId21"/>
    <p:sldLayoutId id="2147483916" r:id="rId22"/>
    <p:sldLayoutId id="2147483913" r:id="rId23"/>
    <p:sldLayoutId id="2147483914" r:id="rId24"/>
    <p:sldLayoutId id="2147483920" r:id="rId25"/>
    <p:sldLayoutId id="2147483921" r:id="rId26"/>
    <p:sldLayoutId id="2147483909" r:id="rId27"/>
    <p:sldLayoutId id="2147483910" r:id="rId28"/>
    <p:sldLayoutId id="2147483922" r:id="rId29"/>
    <p:sldLayoutId id="2147483923" r:id="rId30"/>
    <p:sldLayoutId id="2147483924" r:id="rId31"/>
    <p:sldLayoutId id="2147483911" r:id="rId32"/>
    <p:sldLayoutId id="2147483912" r:id="rId33"/>
    <p:sldLayoutId id="2147483925" r:id="rId34"/>
    <p:sldLayoutId id="2147483926" r:id="rId35"/>
    <p:sldLayoutId id="2147483927" r:id="rId36"/>
    <p:sldLayoutId id="2147483928" r:id="rId37"/>
    <p:sldLayoutId id="2147483929" r:id="rId38"/>
    <p:sldLayoutId id="2147483930" r:id="rId39"/>
    <p:sldLayoutId id="2147483931" r:id="rId40"/>
    <p:sldLayoutId id="2147483932" r:id="rId41"/>
    <p:sldLayoutId id="2147483933" r:id="rId42"/>
    <p:sldLayoutId id="2147483935" r:id="rId43"/>
    <p:sldLayoutId id="2147483936" r:id="rId44"/>
    <p:sldLayoutId id="2147483937" r:id="rId45"/>
    <p:sldLayoutId id="2147483938" r:id="rId46"/>
    <p:sldLayoutId id="2147483945" r:id="rId47"/>
    <p:sldLayoutId id="2147483946" r:id="rId48"/>
    <p:sldLayoutId id="2147483939" r:id="rId49"/>
    <p:sldLayoutId id="2147483940" r:id="rId50"/>
    <p:sldLayoutId id="2147483941" r:id="rId51"/>
    <p:sldLayoutId id="2147483942" r:id="rId52"/>
    <p:sldLayoutId id="2147483943" r:id="rId53"/>
    <p:sldLayoutId id="2147483944" r:id="rId54"/>
  </p:sldLayoutIdLst>
  <p:hf hdr="0"/>
  <p:txStyles>
    <p:titleStyle>
      <a:lvl1pPr algn="l" defTabSz="914400" rtl="0" eaLnBrk="1" latinLnBrk="0" hangingPunct="1">
        <a:lnSpc>
          <a:spcPct val="80000"/>
        </a:lnSpc>
        <a:spcBef>
          <a:spcPct val="0"/>
        </a:spcBef>
        <a:buNone/>
        <a:defRPr sz="2800" b="0" i="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240" userDrawn="1">
          <p15:clr>
            <a:srgbClr val="F26B43"/>
          </p15:clr>
        </p15:guide>
        <p15:guide id="25" pos="7296" userDrawn="1">
          <p15:clr>
            <a:srgbClr val="F26B43"/>
          </p15:clr>
        </p15:guide>
        <p15:guide id="26" pos="3840" userDrawn="1">
          <p15:clr>
            <a:srgbClr val="F26B43"/>
          </p15:clr>
        </p15:guide>
        <p15:guide id="27" orient="horz" pos="432" userDrawn="1">
          <p15:clr>
            <a:srgbClr val="F26B43"/>
          </p15:clr>
        </p15:guide>
        <p15:guide id="28" orient="horz" pos="3888" userDrawn="1">
          <p15:clr>
            <a:srgbClr val="F26B43"/>
          </p15:clr>
        </p15:guide>
        <p15:guide id="29" pos="96" userDrawn="1">
          <p15:clr>
            <a:srgbClr val="F26B43"/>
          </p15:clr>
        </p15:guide>
        <p15:guide id="30" pos="7584" userDrawn="1">
          <p15:clr>
            <a:srgbClr val="F26B43"/>
          </p15:clr>
        </p15:guide>
        <p15:guide id="31" orient="horz" pos="96" userDrawn="1">
          <p15:clr>
            <a:srgbClr val="F26B43"/>
          </p15:clr>
        </p15:guide>
        <p15:guide id="32" orient="horz" pos="4224" userDrawn="1">
          <p15:clr>
            <a:srgbClr val="F26B43"/>
          </p15:clr>
        </p15:guide>
        <p15:guide id="33" pos="384" userDrawn="1">
          <p15:clr>
            <a:srgbClr val="F26B43"/>
          </p15:clr>
        </p15:guide>
        <p15:guide id="34" pos="74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7.xml"/><Relationship Id="rId1" Type="http://schemas.openxmlformats.org/officeDocument/2006/relationships/slideLayout" Target="../slideLayouts/slideLayout5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9.xml"/><Relationship Id="rId1" Type="http://schemas.openxmlformats.org/officeDocument/2006/relationships/slideLayout" Target="../slideLayouts/slideLayout5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Digital financial graph">
            <a:extLst>
              <a:ext uri="{FF2B5EF4-FFF2-40B4-BE49-F238E27FC236}">
                <a16:creationId xmlns:a16="http://schemas.microsoft.com/office/drawing/2014/main" id="{BB4D41F1-0F05-4AFD-B3B1-2D5A3A2F254F}"/>
              </a:ext>
            </a:extLst>
          </p:cNvPr>
          <p:cNvPicPr>
            <a:picLocks noChangeAspect="1"/>
          </p:cNvPicPr>
          <p:nvPr/>
        </p:nvPicPr>
        <p:blipFill>
          <a:blip r:embed="rId3"/>
          <a:srcRect t="1994"/>
          <a:stretch>
            <a:fillRect/>
          </a:stretch>
        </p:blipFill>
        <p:spPr>
          <a:xfrm>
            <a:off x="152400" y="152401"/>
            <a:ext cx="11887200" cy="6553197"/>
          </a:xfrm>
          <a:custGeom>
            <a:avLst/>
            <a:gdLst>
              <a:gd name="connsiteX0" fmla="*/ 349231 w 11887200"/>
              <a:gd name="connsiteY0" fmla="*/ 0 h 6553197"/>
              <a:gd name="connsiteX1" fmla="*/ 5672697 w 11887200"/>
              <a:gd name="connsiteY1" fmla="*/ 0 h 6553197"/>
              <a:gd name="connsiteX2" fmla="*/ 5727277 w 11887200"/>
              <a:gd name="connsiteY2" fmla="*/ 5502 h 6553197"/>
              <a:gd name="connsiteX3" fmla="*/ 5943600 w 11887200"/>
              <a:gd name="connsiteY3" fmla="*/ 270922 h 6553197"/>
              <a:gd name="connsiteX4" fmla="*/ 6214523 w 11887200"/>
              <a:gd name="connsiteY4" fmla="*/ 541844 h 6553197"/>
              <a:gd name="connsiteX5" fmla="*/ 11537950 w 11887200"/>
              <a:gd name="connsiteY5" fmla="*/ 541845 h 6553197"/>
              <a:gd name="connsiteX6" fmla="*/ 11887200 w 11887200"/>
              <a:gd name="connsiteY6" fmla="*/ 891094 h 6553197"/>
              <a:gd name="connsiteX7" fmla="*/ 11887200 w 11887200"/>
              <a:gd name="connsiteY7" fmla="*/ 6203948 h 6553197"/>
              <a:gd name="connsiteX8" fmla="*/ 11537950 w 11887200"/>
              <a:gd name="connsiteY8" fmla="*/ 6553197 h 6553197"/>
              <a:gd name="connsiteX9" fmla="*/ 7664450 w 11887200"/>
              <a:gd name="connsiteY9" fmla="*/ 6553197 h 6553197"/>
              <a:gd name="connsiteX10" fmla="*/ 7315200 w 11887200"/>
              <a:gd name="connsiteY10" fmla="*/ 6203948 h 6553197"/>
              <a:gd name="connsiteX11" fmla="*/ 7315200 w 11887200"/>
              <a:gd name="connsiteY11" fmla="*/ 4548693 h 6553197"/>
              <a:gd name="connsiteX12" fmla="*/ 6965950 w 11887200"/>
              <a:gd name="connsiteY12" fmla="*/ 4199443 h 6553197"/>
              <a:gd name="connsiteX13" fmla="*/ 349250 w 11887200"/>
              <a:gd name="connsiteY13" fmla="*/ 4199443 h 6553197"/>
              <a:gd name="connsiteX14" fmla="*/ 0 w 11887200"/>
              <a:gd name="connsiteY14" fmla="*/ 3850193 h 6553197"/>
              <a:gd name="connsiteX15" fmla="*/ 0 w 11887200"/>
              <a:gd name="connsiteY15" fmla="*/ 349248 h 6553197"/>
              <a:gd name="connsiteX16" fmla="*/ 278864 w 11887200"/>
              <a:gd name="connsiteY16" fmla="*/ 7094 h 655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87200" h="6553197">
                <a:moveTo>
                  <a:pt x="349231" y="0"/>
                </a:moveTo>
                <a:lnTo>
                  <a:pt x="5672697" y="0"/>
                </a:lnTo>
                <a:lnTo>
                  <a:pt x="5727277" y="5502"/>
                </a:lnTo>
                <a:cubicBezTo>
                  <a:pt x="5850732" y="30765"/>
                  <a:pt x="5943600" y="139999"/>
                  <a:pt x="5943600" y="270922"/>
                </a:cubicBezTo>
                <a:cubicBezTo>
                  <a:pt x="5943600" y="420548"/>
                  <a:pt x="6064898" y="541844"/>
                  <a:pt x="6214523" y="541844"/>
                </a:cubicBezTo>
                <a:lnTo>
                  <a:pt x="11537950" y="541845"/>
                </a:lnTo>
                <a:cubicBezTo>
                  <a:pt x="11730863" y="541845"/>
                  <a:pt x="11887200" y="698212"/>
                  <a:pt x="11887200" y="891094"/>
                </a:cubicBezTo>
                <a:lnTo>
                  <a:pt x="11887200" y="6203948"/>
                </a:lnTo>
                <a:cubicBezTo>
                  <a:pt x="11887200" y="6396861"/>
                  <a:pt x="11730863" y="6553197"/>
                  <a:pt x="11537950" y="6553197"/>
                </a:cubicBezTo>
                <a:lnTo>
                  <a:pt x="7664450" y="6553197"/>
                </a:lnTo>
                <a:cubicBezTo>
                  <a:pt x="7471537" y="6553197"/>
                  <a:pt x="7315200" y="6396861"/>
                  <a:pt x="7315200" y="6203948"/>
                </a:cubicBezTo>
                <a:lnTo>
                  <a:pt x="7315200" y="4548693"/>
                </a:lnTo>
                <a:cubicBezTo>
                  <a:pt x="7315200" y="4355806"/>
                  <a:pt x="7158863" y="4199443"/>
                  <a:pt x="6965950" y="4199443"/>
                </a:cubicBezTo>
                <a:lnTo>
                  <a:pt x="349250" y="4199443"/>
                </a:lnTo>
                <a:cubicBezTo>
                  <a:pt x="156365" y="4199443"/>
                  <a:pt x="0" y="4043081"/>
                  <a:pt x="0" y="3850193"/>
                </a:cubicBezTo>
                <a:lnTo>
                  <a:pt x="0" y="349248"/>
                </a:lnTo>
                <a:cubicBezTo>
                  <a:pt x="0" y="180474"/>
                  <a:pt x="119717" y="39660"/>
                  <a:pt x="278864" y="7094"/>
                </a:cubicBezTo>
                <a:close/>
              </a:path>
            </a:pathLst>
          </a:custGeom>
          <a:noFill/>
        </p:spPr>
      </p:pic>
      <p:sp>
        <p:nvSpPr>
          <p:cNvPr id="2" name="Title 1">
            <a:extLst>
              <a:ext uri="{FF2B5EF4-FFF2-40B4-BE49-F238E27FC236}">
                <a16:creationId xmlns:a16="http://schemas.microsoft.com/office/drawing/2014/main" id="{6AE8919E-CEF5-4067-A9D5-3EB7D756BFB1}"/>
              </a:ext>
            </a:extLst>
          </p:cNvPr>
          <p:cNvSpPr>
            <a:spLocks noGrp="1"/>
          </p:cNvSpPr>
          <p:nvPr>
            <p:ph type="ctrTitle"/>
          </p:nvPr>
        </p:nvSpPr>
        <p:spPr>
          <a:xfrm>
            <a:off x="381000" y="4876800"/>
            <a:ext cx="6629400" cy="914400"/>
          </a:xfrm>
        </p:spPr>
        <p:txBody>
          <a:bodyPr anchor="b">
            <a:normAutofit/>
          </a:bodyPr>
          <a:lstStyle/>
          <a:p>
            <a:r>
              <a:rPr lang="en-US" sz="3100"/>
              <a:t>HRTech: Intelligent HR Analytics &amp; Automation Platform</a:t>
            </a:r>
          </a:p>
        </p:txBody>
      </p:sp>
      <p:sp>
        <p:nvSpPr>
          <p:cNvPr id="3" name="Subtitle 2">
            <a:extLst>
              <a:ext uri="{FF2B5EF4-FFF2-40B4-BE49-F238E27FC236}">
                <a16:creationId xmlns:a16="http://schemas.microsoft.com/office/drawing/2014/main" id="{924EF8D6-96F2-7700-066C-BCAAC4846533}"/>
              </a:ext>
            </a:extLst>
          </p:cNvPr>
          <p:cNvSpPr>
            <a:spLocks noGrp="1"/>
          </p:cNvSpPr>
          <p:nvPr>
            <p:ph type="subTitle" idx="1"/>
          </p:nvPr>
        </p:nvSpPr>
        <p:spPr>
          <a:xfrm>
            <a:off x="381000" y="5791200"/>
            <a:ext cx="6629400" cy="533400"/>
          </a:xfrm>
        </p:spPr>
        <p:txBody>
          <a:bodyPr>
            <a:normAutofit/>
          </a:bodyPr>
          <a:lstStyle/>
          <a:p>
            <a:r>
              <a:rPr lang="en-US"/>
              <a:t>Leveraging data-driven HR insights for smarter decisions</a:t>
            </a:r>
          </a:p>
        </p:txBody>
      </p:sp>
      <p:sp>
        <p:nvSpPr>
          <p:cNvPr id="4" name="Footer Placeholder 3">
            <a:extLst>
              <a:ext uri="{FF2B5EF4-FFF2-40B4-BE49-F238E27FC236}">
                <a16:creationId xmlns:a16="http://schemas.microsoft.com/office/drawing/2014/main" id="{27BE0C53-642A-7F2E-102A-8462EF4B03DE}"/>
              </a:ext>
            </a:extLst>
          </p:cNvPr>
          <p:cNvSpPr>
            <a:spLocks noGrp="1"/>
          </p:cNvSpPr>
          <p:nvPr>
            <p:ph type="ftr" sz="quarter" idx="12"/>
          </p:nvPr>
        </p:nvSpPr>
        <p:spPr>
          <a:xfrm>
            <a:off x="6280176" y="152400"/>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FEBBFFD8-60BE-466F-45D2-3D3AE8659857}"/>
              </a:ext>
            </a:extLst>
          </p:cNvPr>
          <p:cNvSpPr>
            <a:spLocks noGrp="1"/>
          </p:cNvSpPr>
          <p:nvPr>
            <p:ph type="dt" sz="half" idx="11"/>
          </p:nvPr>
        </p:nvSpPr>
        <p:spPr>
          <a:xfrm>
            <a:off x="9531099" y="152400"/>
            <a:ext cx="1800171" cy="365125"/>
          </a:xfrm>
        </p:spPr>
        <p:txBody>
          <a:bodyPr anchor="ctr">
            <a:normAutofit/>
          </a:bodyPr>
          <a:lstStyle/>
          <a:p>
            <a:pPr>
              <a:spcAft>
                <a:spcPts val="600"/>
              </a:spcAft>
            </a:pPr>
            <a:fld id="{F7F4CBCF-2EA5-5248-B352-49E9FE7B89CF}" type="datetime1">
              <a:rPr lang="en-US" smtClean="0"/>
              <a:pPr>
                <a:spcAft>
                  <a:spcPts val="600"/>
                </a:spcAft>
              </a:pPr>
              <a:t>12/20/2025</a:t>
            </a:fld>
            <a:endParaRPr lang="en-US"/>
          </a:p>
        </p:txBody>
      </p:sp>
      <p:sp>
        <p:nvSpPr>
          <p:cNvPr id="6" name="Slide Number Placeholder 5">
            <a:extLst>
              <a:ext uri="{FF2B5EF4-FFF2-40B4-BE49-F238E27FC236}">
                <a16:creationId xmlns:a16="http://schemas.microsoft.com/office/drawing/2014/main" id="{B709999F-466D-654A-5903-9E0BE488A203}"/>
              </a:ext>
            </a:extLst>
          </p:cNvPr>
          <p:cNvSpPr>
            <a:spLocks noGrp="1"/>
          </p:cNvSpPr>
          <p:nvPr>
            <p:ph type="sldNum" sz="quarter" idx="13"/>
          </p:nvPr>
        </p:nvSpPr>
        <p:spPr>
          <a:xfrm>
            <a:off x="11381793" y="152400"/>
            <a:ext cx="429207" cy="365125"/>
          </a:xfrm>
        </p:spPr>
        <p:txBody>
          <a:bodyPr anchor="ctr">
            <a:normAutofit/>
          </a:bodyPr>
          <a:lstStyle/>
          <a:p>
            <a:pPr>
              <a:spcAft>
                <a:spcPts val="600"/>
              </a:spcAft>
            </a:pPr>
            <a:fld id="{AEAA3239-9EA4-4A65-A281-97F994456D9F}" type="slidenum">
              <a:rPr lang="en-US" smtClean="0"/>
              <a:pPr>
                <a:spcAft>
                  <a:spcPts val="600"/>
                </a:spcAft>
              </a:pPr>
              <a:t>1</a:t>
            </a:fld>
            <a:endParaRPr lang="en-US"/>
          </a:p>
        </p:txBody>
      </p:sp>
    </p:spTree>
    <p:extLst>
      <p:ext uri="{BB962C8B-B14F-4D97-AF65-F5344CB8AC3E}">
        <p14:creationId xmlns:p14="http://schemas.microsoft.com/office/powerpoint/2010/main" val="757092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A9DC0-35C9-58AB-E9C4-184BA406D4A4}"/>
              </a:ext>
            </a:extLst>
          </p:cNvPr>
          <p:cNvSpPr>
            <a:spLocks noGrp="1"/>
          </p:cNvSpPr>
          <p:nvPr>
            <p:ph type="ctrTitle"/>
          </p:nvPr>
        </p:nvSpPr>
        <p:spPr>
          <a:xfrm>
            <a:off x="381000" y="1600200"/>
            <a:ext cx="11430000" cy="4572000"/>
          </a:xfrm>
        </p:spPr>
        <p:txBody>
          <a:bodyPr anchor="b">
            <a:normAutofit/>
          </a:bodyPr>
          <a:lstStyle/>
          <a:p>
            <a:r>
              <a:rPr lang="en-US"/>
              <a:t>Introduction</a:t>
            </a:r>
          </a:p>
        </p:txBody>
      </p:sp>
      <p:sp>
        <p:nvSpPr>
          <p:cNvPr id="4" name="Footer Placeholder 3">
            <a:extLst>
              <a:ext uri="{FF2B5EF4-FFF2-40B4-BE49-F238E27FC236}">
                <a16:creationId xmlns:a16="http://schemas.microsoft.com/office/drawing/2014/main" id="{7ED25539-077F-CF4E-FD9E-867A19A869C5}"/>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853A4692-A6A6-CE0B-5BF0-665E448753BD}"/>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12/20/2025</a:t>
            </a:fld>
            <a:endParaRPr lang="en-US"/>
          </a:p>
        </p:txBody>
      </p:sp>
      <p:sp>
        <p:nvSpPr>
          <p:cNvPr id="6" name="Slide Number Placeholder 5">
            <a:extLst>
              <a:ext uri="{FF2B5EF4-FFF2-40B4-BE49-F238E27FC236}">
                <a16:creationId xmlns:a16="http://schemas.microsoft.com/office/drawing/2014/main" id="{70F5A0D7-6152-F116-32B9-FE0EAB0F5FAC}"/>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2</a:t>
            </a:fld>
            <a:endParaRPr lang="en-US"/>
          </a:p>
        </p:txBody>
      </p:sp>
    </p:spTree>
    <p:extLst>
      <p:ext uri="{BB962C8B-B14F-4D97-AF65-F5344CB8AC3E}">
        <p14:creationId xmlns:p14="http://schemas.microsoft.com/office/powerpoint/2010/main" val="3325104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D82C3-7258-A0EB-5690-B76C757EAB63}"/>
              </a:ext>
            </a:extLst>
          </p:cNvPr>
          <p:cNvSpPr>
            <a:spLocks noGrp="1"/>
          </p:cNvSpPr>
          <p:nvPr>
            <p:ph type="title"/>
          </p:nvPr>
        </p:nvSpPr>
        <p:spPr>
          <a:xfrm>
            <a:off x="381000" y="709099"/>
            <a:ext cx="4572000" cy="1348301"/>
          </a:xfrm>
        </p:spPr>
        <p:txBody>
          <a:bodyPr anchor="t">
            <a:normAutofit/>
          </a:bodyPr>
          <a:lstStyle/>
          <a:p>
            <a:r>
              <a:rPr lang="en-US"/>
              <a:t>HRTech: Intelligent HR Analytics &amp; Automation Platform</a:t>
            </a:r>
          </a:p>
        </p:txBody>
      </p:sp>
      <p:pic>
        <p:nvPicPr>
          <p:cNvPr id="8" name="Content Placeholder 7" descr="Woman using cell phone at digital data science display">
            <a:extLst>
              <a:ext uri="{FF2B5EF4-FFF2-40B4-BE49-F238E27FC236}">
                <a16:creationId xmlns:a16="http://schemas.microsoft.com/office/drawing/2014/main" id="{FA8A1741-CB96-4566-9C78-2AE3103E2BD2}"/>
              </a:ext>
            </a:extLst>
          </p:cNvPr>
          <p:cNvPicPr>
            <a:picLocks noGrp="1" noChangeAspect="1"/>
          </p:cNvPicPr>
          <p:nvPr>
            <p:ph type="pic" sz="quarter" idx="15"/>
          </p:nvPr>
        </p:nvPicPr>
        <p:blipFill>
          <a:blip r:embed="rId3"/>
          <a:srcRect l="10961" r="3209" b="-2"/>
          <a:stretch>
            <a:fillRect/>
          </a:stretch>
        </p:blipFill>
        <p:spPr>
          <a:xfrm>
            <a:off x="387926" y="2590800"/>
            <a:ext cx="4578206" cy="3560521"/>
          </a:xfrm>
          <a:prstGeom prst="rect">
            <a:avLst/>
          </a:prstGeom>
          <a:noFill/>
        </p:spPr>
      </p:pic>
      <p:sp>
        <p:nvSpPr>
          <p:cNvPr id="4" name="Content Placeholder 3">
            <a:extLst>
              <a:ext uri="{FF2B5EF4-FFF2-40B4-BE49-F238E27FC236}">
                <a16:creationId xmlns:a16="http://schemas.microsoft.com/office/drawing/2014/main" id="{B940A433-D9FE-EFEC-EDB9-7AF11D9E5E6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0" y="706803"/>
            <a:ext cx="6172200" cy="5465398"/>
          </a:xfrm>
        </p:spPr>
        <p:txBody>
          <a:bodyPr>
            <a:normAutofit/>
          </a:bodyPr>
          <a:lstStyle/>
          <a:p>
            <a:pPr marL="0" indent="0">
              <a:spcBef>
                <a:spcPts val="2500"/>
              </a:spcBef>
              <a:buFont typeface="Arial" panose="020B0604020202020204" pitchFamily="34" charset="0"/>
              <a:buNone/>
            </a:pPr>
            <a:r>
              <a:rPr lang="en-US" b="1"/>
              <a:t>Advanced Analytics Integration</a:t>
            </a:r>
          </a:p>
          <a:p>
            <a:pPr marL="0" lvl="1" indent="0">
              <a:buFont typeface="Arial" panose="020B0604020202020204" pitchFamily="34" charset="0"/>
              <a:buNone/>
            </a:pPr>
            <a:r>
              <a:t>HRTech uses machine learning and natural language processing to enhance decision-making in HR processes.</a:t>
            </a:r>
            <a:endParaRPr lang="en-US"/>
          </a:p>
          <a:p>
            <a:pPr marL="0" indent="0">
              <a:spcBef>
                <a:spcPts val="2500"/>
              </a:spcBef>
              <a:buFont typeface="Arial" panose="020B0604020202020204" pitchFamily="34" charset="0"/>
              <a:buNone/>
            </a:pPr>
            <a:r>
              <a:rPr lang="en-US" b="1"/>
              <a:t>Automation and Efficiency</a:t>
            </a:r>
          </a:p>
          <a:p>
            <a:pPr marL="0" lvl="1" indent="0">
              <a:buFont typeface="Arial" panose="020B0604020202020204" pitchFamily="34" charset="0"/>
              <a:buNone/>
            </a:pPr>
            <a:r>
              <a:t>The platform automates routine HR tasks, minimizing errors and reducing manual effort for teams.</a:t>
            </a:r>
            <a:endParaRPr lang="en-US"/>
          </a:p>
          <a:p>
            <a:pPr marL="0" indent="0">
              <a:spcBef>
                <a:spcPts val="2500"/>
              </a:spcBef>
              <a:buFont typeface="Arial" panose="020B0604020202020204" pitchFamily="34" charset="0"/>
              <a:buNone/>
            </a:pPr>
            <a:r>
              <a:rPr lang="en-US" b="1"/>
              <a:t>Predictive and Sentiment Analytics</a:t>
            </a:r>
          </a:p>
          <a:p>
            <a:pPr marL="0" lvl="1" indent="0">
              <a:buFont typeface="Arial" panose="020B0604020202020204" pitchFamily="34" charset="0"/>
              <a:buNone/>
            </a:pPr>
            <a:r>
              <a:t>Predictive analytics and sentiment analysis provide actionable insights for proactive talent management.</a:t>
            </a:r>
            <a:endParaRPr lang="en-US"/>
          </a:p>
          <a:p>
            <a:pPr marL="0" indent="0">
              <a:spcBef>
                <a:spcPts val="2500"/>
              </a:spcBef>
              <a:buFont typeface="Arial" panose="020B0604020202020204" pitchFamily="34" charset="0"/>
              <a:buNone/>
            </a:pPr>
            <a:r>
              <a:rPr lang="en-US" b="1"/>
              <a:t>Scalable Modular Architecture</a:t>
            </a:r>
          </a:p>
          <a:p>
            <a:pPr marL="0" lvl="1" indent="0">
              <a:buFont typeface="Arial" panose="020B0604020202020204" pitchFamily="34" charset="0"/>
              <a:buNone/>
            </a:pPr>
            <a:r>
              <a:t>Modular design ensures HRTech's scalability and flexibility for organizations of any size.</a:t>
            </a:r>
            <a:endParaRPr lang="en-US"/>
          </a:p>
        </p:txBody>
      </p:sp>
      <p:sp>
        <p:nvSpPr>
          <p:cNvPr id="5" name="Footer Placeholder 4">
            <a:extLst>
              <a:ext uri="{FF2B5EF4-FFF2-40B4-BE49-F238E27FC236}">
                <a16:creationId xmlns:a16="http://schemas.microsoft.com/office/drawing/2014/main" id="{DB0AF663-3065-D97A-1B89-90ED87983E72}"/>
              </a:ext>
            </a:extLst>
          </p:cNvPr>
          <p:cNvSpPr>
            <a:spLocks noGrp="1"/>
          </p:cNvSpPr>
          <p:nvPr>
            <p:ph type="ftr" sz="quarter" idx="17"/>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2D1D57B9-8E7F-ACEA-DC12-BD5CEE1D8DCC}"/>
              </a:ext>
            </a:extLst>
          </p:cNvPr>
          <p:cNvSpPr>
            <a:spLocks noGrp="1"/>
          </p:cNvSpPr>
          <p:nvPr>
            <p:ph type="dt" sz="half" idx="16"/>
          </p:nvPr>
        </p:nvSpPr>
        <p:spPr>
          <a:xfrm>
            <a:off x="9525000" y="6340475"/>
            <a:ext cx="1800171" cy="365125"/>
          </a:xfrm>
        </p:spPr>
        <p:txBody>
          <a:bodyPr anchor="ctr">
            <a:normAutofit/>
          </a:bodyPr>
          <a:lstStyle/>
          <a:p>
            <a:pPr>
              <a:spcAft>
                <a:spcPts val="600"/>
              </a:spcAft>
            </a:pPr>
            <a:fld id="{A4EF2610-7DF8-C942-A8A1-C05E61FE4E13}" type="datetime1">
              <a:rPr lang="en-US" smtClean="0"/>
              <a:pPr>
                <a:spcAft>
                  <a:spcPts val="600"/>
                </a:spcAft>
              </a:pPr>
              <a:t>12/20/2025</a:t>
            </a:fld>
            <a:endParaRPr lang="en-US"/>
          </a:p>
        </p:txBody>
      </p:sp>
      <p:sp>
        <p:nvSpPr>
          <p:cNvPr id="7" name="Slide Number Placeholder 6">
            <a:extLst>
              <a:ext uri="{FF2B5EF4-FFF2-40B4-BE49-F238E27FC236}">
                <a16:creationId xmlns:a16="http://schemas.microsoft.com/office/drawing/2014/main" id="{6F4D7C3F-F775-6B24-1ED8-97FA9CFACC82}"/>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3</a:t>
            </a:fld>
            <a:endParaRPr lang="en-US"/>
          </a:p>
        </p:txBody>
      </p:sp>
    </p:spTree>
    <p:extLst>
      <p:ext uri="{BB962C8B-B14F-4D97-AF65-F5344CB8AC3E}">
        <p14:creationId xmlns:p14="http://schemas.microsoft.com/office/powerpoint/2010/main" val="4997479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5C046-2EE0-A240-91C2-256422489B26}"/>
              </a:ext>
            </a:extLst>
          </p:cNvPr>
          <p:cNvSpPr>
            <a:spLocks noGrp="1"/>
          </p:cNvSpPr>
          <p:nvPr>
            <p:ph type="ctrTitle"/>
          </p:nvPr>
        </p:nvSpPr>
        <p:spPr>
          <a:xfrm>
            <a:off x="381000" y="1600200"/>
            <a:ext cx="11430000" cy="4572000"/>
          </a:xfrm>
        </p:spPr>
        <p:txBody>
          <a:bodyPr anchor="b">
            <a:normAutofit/>
          </a:bodyPr>
          <a:lstStyle/>
          <a:p>
            <a:r>
              <a:rPr lang="en-US"/>
              <a:t>Project Overview</a:t>
            </a:r>
          </a:p>
        </p:txBody>
      </p:sp>
      <p:sp>
        <p:nvSpPr>
          <p:cNvPr id="4" name="Footer Placeholder 3">
            <a:extLst>
              <a:ext uri="{FF2B5EF4-FFF2-40B4-BE49-F238E27FC236}">
                <a16:creationId xmlns:a16="http://schemas.microsoft.com/office/drawing/2014/main" id="{DF0F20F5-7ED5-C522-533E-23DBEB7B1BBC}"/>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0FC33252-A2A3-DF9E-F571-62EC606568AA}"/>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12/20/2025</a:t>
            </a:fld>
            <a:endParaRPr lang="en-US"/>
          </a:p>
        </p:txBody>
      </p:sp>
      <p:sp>
        <p:nvSpPr>
          <p:cNvPr id="6" name="Slide Number Placeholder 5">
            <a:extLst>
              <a:ext uri="{FF2B5EF4-FFF2-40B4-BE49-F238E27FC236}">
                <a16:creationId xmlns:a16="http://schemas.microsoft.com/office/drawing/2014/main" id="{99B43FBC-1F80-5AD2-22FC-FED0F8FD02D1}"/>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4</a:t>
            </a:fld>
            <a:endParaRPr lang="en-US"/>
          </a:p>
        </p:txBody>
      </p:sp>
    </p:spTree>
    <p:extLst>
      <p:ext uri="{BB962C8B-B14F-4D97-AF65-F5344CB8AC3E}">
        <p14:creationId xmlns:p14="http://schemas.microsoft.com/office/powerpoint/2010/main" val="6080746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1C3E9-0317-71DD-D7D5-F391A95C2376}"/>
              </a:ext>
            </a:extLst>
          </p:cNvPr>
          <p:cNvSpPr>
            <a:spLocks noGrp="1"/>
          </p:cNvSpPr>
          <p:nvPr>
            <p:ph type="title"/>
          </p:nvPr>
        </p:nvSpPr>
        <p:spPr>
          <a:xfrm>
            <a:off x="381000" y="709099"/>
            <a:ext cx="4572000" cy="1348301"/>
          </a:xfrm>
        </p:spPr>
        <p:txBody>
          <a:bodyPr anchor="t">
            <a:normAutofit/>
          </a:bodyPr>
          <a:lstStyle/>
          <a:p>
            <a:r>
              <a:rPr lang="en-US"/>
              <a:t>Brief Description and Purpose</a:t>
            </a:r>
          </a:p>
        </p:txBody>
      </p:sp>
      <p:pic>
        <p:nvPicPr>
          <p:cNvPr id="8" name="Content Placeholder 7" descr="Business report chart analysis tablet computer">
            <a:extLst>
              <a:ext uri="{FF2B5EF4-FFF2-40B4-BE49-F238E27FC236}">
                <a16:creationId xmlns:a16="http://schemas.microsoft.com/office/drawing/2014/main" id="{446204BE-7DCE-45B1-81B5-CDDD7517CDEC}"/>
              </a:ext>
            </a:extLst>
          </p:cNvPr>
          <p:cNvPicPr>
            <a:picLocks noGrp="1" noChangeAspect="1"/>
          </p:cNvPicPr>
          <p:nvPr>
            <p:ph type="pic" sz="quarter" idx="15"/>
          </p:nvPr>
        </p:nvPicPr>
        <p:blipFill>
          <a:blip r:embed="rId3"/>
          <a:srcRect l="2912" r="648" b="-3"/>
          <a:stretch>
            <a:fillRect/>
          </a:stretch>
        </p:blipFill>
        <p:spPr>
          <a:xfrm>
            <a:off x="387926" y="2590800"/>
            <a:ext cx="4578206" cy="3560521"/>
          </a:xfrm>
          <a:prstGeom prst="rect">
            <a:avLst/>
          </a:prstGeom>
          <a:noFill/>
        </p:spPr>
      </p:pic>
      <p:sp>
        <p:nvSpPr>
          <p:cNvPr id="4" name="Content Placeholder 3">
            <a:extLst>
              <a:ext uri="{FF2B5EF4-FFF2-40B4-BE49-F238E27FC236}">
                <a16:creationId xmlns:a16="http://schemas.microsoft.com/office/drawing/2014/main" id="{558D15CC-3648-B28C-F31C-F9B8E3E779A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0" y="706803"/>
            <a:ext cx="6172200" cy="5465398"/>
          </a:xfrm>
        </p:spPr>
        <p:txBody>
          <a:bodyPr>
            <a:normAutofit/>
          </a:bodyPr>
          <a:lstStyle/>
          <a:p>
            <a:pPr marL="0" indent="0">
              <a:spcBef>
                <a:spcPts val="2500"/>
              </a:spcBef>
              <a:buFont typeface="Arial" panose="020B0604020202020204" pitchFamily="34" charset="0"/>
              <a:buNone/>
            </a:pPr>
            <a:r>
              <a:rPr lang="en-US" b="1"/>
              <a:t>AI-Driven HR Optimization</a:t>
            </a:r>
          </a:p>
          <a:p>
            <a:pPr marL="0" lvl="1" indent="0">
              <a:buFont typeface="Arial" panose="020B0604020202020204" pitchFamily="34" charset="0"/>
              <a:buNone/>
            </a:pPr>
            <a:r>
              <a:t>HRTech uses AI to streamline HR operations by automating tasks and providing predictive analytics.</a:t>
            </a:r>
            <a:endParaRPr lang="en-US"/>
          </a:p>
          <a:p>
            <a:pPr marL="0" indent="0">
              <a:spcBef>
                <a:spcPts val="2500"/>
              </a:spcBef>
              <a:buFont typeface="Arial" panose="020B0604020202020204" pitchFamily="34" charset="0"/>
              <a:buNone/>
            </a:pPr>
            <a:r>
              <a:rPr lang="en-US" b="1"/>
              <a:t>Machine Learning Models</a:t>
            </a:r>
          </a:p>
          <a:p>
            <a:pPr marL="0" lvl="1" indent="0">
              <a:buFont typeface="Arial" panose="020B0604020202020204" pitchFamily="34" charset="0"/>
              <a:buNone/>
            </a:pPr>
            <a:r>
              <a:t>Incorporates models for attrition prediction, performance analysis, and anomaly detection to improve HR decisions.</a:t>
            </a:r>
            <a:endParaRPr lang="en-US"/>
          </a:p>
          <a:p>
            <a:pPr marL="0" indent="0">
              <a:spcBef>
                <a:spcPts val="2500"/>
              </a:spcBef>
              <a:buFont typeface="Arial" panose="020B0604020202020204" pitchFamily="34" charset="0"/>
              <a:buNone/>
            </a:pPr>
            <a:r>
              <a:rPr lang="en-US" b="1"/>
              <a:t>NLP Modules for Insights</a:t>
            </a:r>
          </a:p>
          <a:p>
            <a:pPr marL="0" lvl="1" indent="0">
              <a:buFont typeface="Arial" panose="020B0604020202020204" pitchFamily="34" charset="0"/>
              <a:buNone/>
            </a:pPr>
            <a:r>
              <a:t>Utilizes natural language processing for sentiment analysis and interview summarization to gauge employee engagement.</a:t>
            </a:r>
            <a:endParaRPr lang="en-US"/>
          </a:p>
          <a:p>
            <a:pPr marL="0" indent="0">
              <a:spcBef>
                <a:spcPts val="2500"/>
              </a:spcBef>
              <a:buFont typeface="Arial" panose="020B0604020202020204" pitchFamily="34" charset="0"/>
              <a:buNone/>
            </a:pPr>
            <a:r>
              <a:rPr lang="en-US" b="1"/>
              <a:t>Centralized Dashboard</a:t>
            </a:r>
          </a:p>
          <a:p>
            <a:pPr marL="0" lvl="1" indent="0">
              <a:buFont typeface="Arial" panose="020B0604020202020204" pitchFamily="34" charset="0"/>
              <a:buNone/>
            </a:pPr>
            <a:r>
              <a:t>An intuitive dashboard centralizes functionalities, enhancing decision-making and reducing operational costs.</a:t>
            </a:r>
            <a:endParaRPr lang="en-US"/>
          </a:p>
        </p:txBody>
      </p:sp>
      <p:sp>
        <p:nvSpPr>
          <p:cNvPr id="5" name="Footer Placeholder 4">
            <a:extLst>
              <a:ext uri="{FF2B5EF4-FFF2-40B4-BE49-F238E27FC236}">
                <a16:creationId xmlns:a16="http://schemas.microsoft.com/office/drawing/2014/main" id="{C747144B-4B5B-8560-B7AB-824B80A2D879}"/>
              </a:ext>
            </a:extLst>
          </p:cNvPr>
          <p:cNvSpPr>
            <a:spLocks noGrp="1"/>
          </p:cNvSpPr>
          <p:nvPr>
            <p:ph type="ftr" sz="quarter" idx="17"/>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B188A92F-5B8D-2C4C-0828-891DA1235B5A}"/>
              </a:ext>
            </a:extLst>
          </p:cNvPr>
          <p:cNvSpPr>
            <a:spLocks noGrp="1"/>
          </p:cNvSpPr>
          <p:nvPr>
            <p:ph type="dt" sz="half" idx="16"/>
          </p:nvPr>
        </p:nvSpPr>
        <p:spPr>
          <a:xfrm>
            <a:off x="9525000" y="6340475"/>
            <a:ext cx="1800171" cy="365125"/>
          </a:xfrm>
        </p:spPr>
        <p:txBody>
          <a:bodyPr anchor="ctr">
            <a:normAutofit/>
          </a:bodyPr>
          <a:lstStyle/>
          <a:p>
            <a:pPr>
              <a:spcAft>
                <a:spcPts val="600"/>
              </a:spcAft>
            </a:pPr>
            <a:fld id="{A4EF2610-7DF8-C942-A8A1-C05E61FE4E13}" type="datetime1">
              <a:rPr lang="en-US" smtClean="0"/>
              <a:pPr>
                <a:spcAft>
                  <a:spcPts val="600"/>
                </a:spcAft>
              </a:pPr>
              <a:t>12/20/2025</a:t>
            </a:fld>
            <a:endParaRPr lang="en-US"/>
          </a:p>
        </p:txBody>
      </p:sp>
      <p:sp>
        <p:nvSpPr>
          <p:cNvPr id="7" name="Slide Number Placeholder 6">
            <a:extLst>
              <a:ext uri="{FF2B5EF4-FFF2-40B4-BE49-F238E27FC236}">
                <a16:creationId xmlns:a16="http://schemas.microsoft.com/office/drawing/2014/main" id="{F6E5379D-93FF-C246-0862-20F410A9F85D}"/>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5</a:t>
            </a:fld>
            <a:endParaRPr lang="en-US"/>
          </a:p>
        </p:txBody>
      </p:sp>
    </p:spTree>
    <p:extLst>
      <p:ext uri="{BB962C8B-B14F-4D97-AF65-F5344CB8AC3E}">
        <p14:creationId xmlns:p14="http://schemas.microsoft.com/office/powerpoint/2010/main" val="35425228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4D3F6-B7B2-6372-5A21-438ACA680988}"/>
              </a:ext>
            </a:extLst>
          </p:cNvPr>
          <p:cNvSpPr>
            <a:spLocks noGrp="1"/>
          </p:cNvSpPr>
          <p:nvPr>
            <p:ph type="ctrTitle"/>
          </p:nvPr>
        </p:nvSpPr>
        <p:spPr>
          <a:xfrm>
            <a:off x="381000" y="1600200"/>
            <a:ext cx="11430000" cy="4572000"/>
          </a:xfrm>
        </p:spPr>
        <p:txBody>
          <a:bodyPr anchor="b">
            <a:normAutofit/>
          </a:bodyPr>
          <a:lstStyle/>
          <a:p>
            <a:r>
              <a:rPr lang="en-US"/>
              <a:t>Key Features</a:t>
            </a:r>
          </a:p>
        </p:txBody>
      </p:sp>
      <p:sp>
        <p:nvSpPr>
          <p:cNvPr id="4" name="Footer Placeholder 3">
            <a:extLst>
              <a:ext uri="{FF2B5EF4-FFF2-40B4-BE49-F238E27FC236}">
                <a16:creationId xmlns:a16="http://schemas.microsoft.com/office/drawing/2014/main" id="{F3D0CABA-BBC6-0F86-6E52-2C37A6EC8FF8}"/>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8394059B-16A3-40CA-D123-4FB81BF6AB54}"/>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12/20/2025</a:t>
            </a:fld>
            <a:endParaRPr lang="en-US"/>
          </a:p>
        </p:txBody>
      </p:sp>
      <p:sp>
        <p:nvSpPr>
          <p:cNvPr id="6" name="Slide Number Placeholder 5">
            <a:extLst>
              <a:ext uri="{FF2B5EF4-FFF2-40B4-BE49-F238E27FC236}">
                <a16:creationId xmlns:a16="http://schemas.microsoft.com/office/drawing/2014/main" id="{E9F0BA97-8D82-2DBD-B41A-8D7E986DAD7D}"/>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6</a:t>
            </a:fld>
            <a:endParaRPr lang="en-US"/>
          </a:p>
        </p:txBody>
      </p:sp>
    </p:spTree>
    <p:extLst>
      <p:ext uri="{BB962C8B-B14F-4D97-AF65-F5344CB8AC3E}">
        <p14:creationId xmlns:p14="http://schemas.microsoft.com/office/powerpoint/2010/main" val="6131393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4AF9-435D-EAAD-D6B0-F81EDC729E99}"/>
              </a:ext>
            </a:extLst>
          </p:cNvPr>
          <p:cNvSpPr>
            <a:spLocks noGrp="1"/>
          </p:cNvSpPr>
          <p:nvPr>
            <p:ph type="title"/>
          </p:nvPr>
        </p:nvSpPr>
        <p:spPr>
          <a:xfrm>
            <a:off x="381000" y="685800"/>
            <a:ext cx="3886200" cy="1828800"/>
          </a:xfrm>
        </p:spPr>
        <p:txBody>
          <a:bodyPr anchor="t">
            <a:normAutofit/>
          </a:bodyPr>
          <a:lstStyle/>
          <a:p>
            <a:r>
              <a:rPr lang="en-US"/>
              <a:t>Core Functionalities</a:t>
            </a:r>
          </a:p>
        </p:txBody>
      </p:sp>
      <p:sp>
        <p:nvSpPr>
          <p:cNvPr id="4" name="Content Placeholder 3">
            <a:extLst>
              <a:ext uri="{FF2B5EF4-FFF2-40B4-BE49-F238E27FC236}">
                <a16:creationId xmlns:a16="http://schemas.microsoft.com/office/drawing/2014/main" id="{70D59FE7-BB59-3240-E7C5-5CD2B93C3FB9}"/>
              </a:ext>
            </a:extLst>
          </p:cNvPr>
          <p:cNvSpPr>
            <a:spLocks noGrp="1"/>
          </p:cNvSpPr>
          <p:nvPr>
            <p:ph type="body"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4048" y="2737561"/>
            <a:ext cx="3883152" cy="3434639"/>
          </a:xfrm>
        </p:spPr>
        <p:txBody>
          <a:bodyPr>
            <a:normAutofit/>
          </a:bodyPr>
          <a:lstStyle/>
          <a:p>
            <a:pPr marL="0" indent="0">
              <a:lnSpc>
                <a:spcPct val="110000"/>
              </a:lnSpc>
              <a:spcBef>
                <a:spcPts val="2500"/>
              </a:spcBef>
              <a:buFont typeface="Arial" panose="020B0604020202020204" pitchFamily="34" charset="0"/>
              <a:buNone/>
            </a:pPr>
            <a:r>
              <a:rPr lang="en-US" sz="1000" b="1"/>
              <a:t>Predictive Analytics</a:t>
            </a:r>
          </a:p>
          <a:p>
            <a:pPr marL="0" lvl="1" indent="0">
              <a:lnSpc>
                <a:spcPct val="110000"/>
              </a:lnSpc>
              <a:buFont typeface="Arial" panose="020B0604020202020204" pitchFamily="34" charset="0"/>
              <a:buNone/>
            </a:pPr>
            <a:r>
              <a:rPr lang="en-US" sz="1000"/>
              <a:t>Employee attrition prediction uses machine learning to forecast turnover risks effectively.</a:t>
            </a:r>
          </a:p>
          <a:p>
            <a:pPr marL="0" indent="0">
              <a:lnSpc>
                <a:spcPct val="110000"/>
              </a:lnSpc>
              <a:spcBef>
                <a:spcPts val="2500"/>
              </a:spcBef>
              <a:buFont typeface="Arial" panose="020B0604020202020204" pitchFamily="34" charset="0"/>
              <a:buNone/>
            </a:pPr>
            <a:r>
              <a:rPr lang="en-US" sz="1000" b="1"/>
              <a:t>Performance and Sentiment Analysis</a:t>
            </a:r>
          </a:p>
          <a:p>
            <a:pPr marL="0" lvl="1" indent="0">
              <a:lnSpc>
                <a:spcPct val="110000"/>
              </a:lnSpc>
              <a:buFont typeface="Arial" panose="020B0604020202020204" pitchFamily="34" charset="0"/>
              <a:buNone/>
            </a:pPr>
            <a:r>
              <a:rPr lang="en-US" sz="1000"/>
              <a:t>Regression analysis identifies productivity factors, while sentiment analysis gauges employee morale.</a:t>
            </a:r>
          </a:p>
          <a:p>
            <a:pPr marL="0" indent="0">
              <a:lnSpc>
                <a:spcPct val="110000"/>
              </a:lnSpc>
              <a:spcBef>
                <a:spcPts val="2500"/>
              </a:spcBef>
              <a:buFont typeface="Arial" panose="020B0604020202020204" pitchFamily="34" charset="0"/>
              <a:buNone/>
            </a:pPr>
            <a:r>
              <a:rPr lang="en-US" sz="1000" b="1"/>
              <a:t>Smart Recruitment Tools</a:t>
            </a:r>
          </a:p>
          <a:p>
            <a:pPr marL="0" lvl="1" indent="0">
              <a:lnSpc>
                <a:spcPct val="110000"/>
              </a:lnSpc>
              <a:buFont typeface="Arial" panose="020B0604020202020204" pitchFamily="34" charset="0"/>
              <a:buNone/>
            </a:pPr>
            <a:r>
              <a:rPr lang="en-US" sz="1000"/>
              <a:t>Resume–JD matching and interview summarization automate candidate evaluation and save recruiter time.</a:t>
            </a:r>
          </a:p>
          <a:p>
            <a:pPr marL="0" indent="0">
              <a:lnSpc>
                <a:spcPct val="110000"/>
              </a:lnSpc>
              <a:spcBef>
                <a:spcPts val="2500"/>
              </a:spcBef>
              <a:buFont typeface="Arial" panose="020B0604020202020204" pitchFamily="34" charset="0"/>
              <a:buNone/>
            </a:pPr>
            <a:r>
              <a:rPr lang="en-US" sz="1000" b="1"/>
              <a:t>Advanced HR Insights</a:t>
            </a:r>
          </a:p>
          <a:p>
            <a:pPr marL="0" lvl="1" indent="0">
              <a:lnSpc>
                <a:spcPct val="110000"/>
              </a:lnSpc>
              <a:buFont typeface="Arial" panose="020B0604020202020204" pitchFamily="34" charset="0"/>
              <a:buNone/>
            </a:pPr>
            <a:r>
              <a:rPr lang="en-US" sz="1000"/>
              <a:t>Fraud detection, EDA, time series forecasting, and LLM chatbot enhance HR decision-making and support.</a:t>
            </a:r>
          </a:p>
        </p:txBody>
      </p:sp>
      <p:pic>
        <p:nvPicPr>
          <p:cNvPr id="8" name="Content Placeholder 7" descr="Scientists examines DNA models in modern Neurological Research Laboratory. Touch screens. Wearing clean suit and protective mask">
            <a:extLst>
              <a:ext uri="{FF2B5EF4-FFF2-40B4-BE49-F238E27FC236}">
                <a16:creationId xmlns:a16="http://schemas.microsoft.com/office/drawing/2014/main" id="{F42B6D4F-AA62-4F88-9126-BC5C7617E260}"/>
              </a:ext>
            </a:extLst>
          </p:cNvPr>
          <p:cNvPicPr>
            <a:picLocks noGrp="1" noChangeAspect="1"/>
          </p:cNvPicPr>
          <p:nvPr>
            <p:ph idx="1"/>
          </p:nvPr>
        </p:nvPicPr>
        <p:blipFill>
          <a:blip r:embed="rId3"/>
          <a:stretch>
            <a:fillRect/>
          </a:stretch>
        </p:blipFill>
        <p:spPr>
          <a:xfrm>
            <a:off x="5181600" y="1564481"/>
            <a:ext cx="6629400" cy="3729037"/>
          </a:xfrm>
          <a:prstGeom prst="rect">
            <a:avLst/>
          </a:prstGeom>
          <a:noFill/>
        </p:spPr>
      </p:pic>
      <p:sp>
        <p:nvSpPr>
          <p:cNvPr id="5" name="Footer Placeholder 4">
            <a:extLst>
              <a:ext uri="{FF2B5EF4-FFF2-40B4-BE49-F238E27FC236}">
                <a16:creationId xmlns:a16="http://schemas.microsoft.com/office/drawing/2014/main" id="{867EA6CB-1873-716B-2AD7-84B05E39D3FE}"/>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C60387F9-9E89-13A7-09DE-FB0FB5C80799}"/>
              </a:ext>
            </a:extLst>
          </p:cNvPr>
          <p:cNvSpPr>
            <a:spLocks noGrp="1"/>
          </p:cNvSpPr>
          <p:nvPr>
            <p:ph type="dt" sz="half" idx="10"/>
          </p:nvPr>
        </p:nvSpPr>
        <p:spPr>
          <a:xfrm>
            <a:off x="9525000" y="6340475"/>
            <a:ext cx="1800171" cy="365125"/>
          </a:xfrm>
        </p:spPr>
        <p:txBody>
          <a:bodyPr anchor="ctr">
            <a:normAutofit/>
          </a:bodyPr>
          <a:lstStyle/>
          <a:p>
            <a:pPr>
              <a:spcAft>
                <a:spcPts val="600"/>
              </a:spcAft>
            </a:pPr>
            <a:fld id="{A4EF2610-7DF8-C942-A8A1-C05E61FE4E13}" type="datetime1">
              <a:rPr lang="en-US" smtClean="0"/>
              <a:pPr>
                <a:spcAft>
                  <a:spcPts val="600"/>
                </a:spcAft>
              </a:pPr>
              <a:t>12/20/2025</a:t>
            </a:fld>
            <a:endParaRPr lang="en-US"/>
          </a:p>
        </p:txBody>
      </p:sp>
      <p:sp>
        <p:nvSpPr>
          <p:cNvPr id="7" name="Slide Number Placeholder 6">
            <a:extLst>
              <a:ext uri="{FF2B5EF4-FFF2-40B4-BE49-F238E27FC236}">
                <a16:creationId xmlns:a16="http://schemas.microsoft.com/office/drawing/2014/main" id="{396E57B5-9BFB-D603-7DC3-50AC41CEA0BC}"/>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7</a:t>
            </a:fld>
            <a:endParaRPr lang="en-US"/>
          </a:p>
        </p:txBody>
      </p:sp>
    </p:spTree>
    <p:extLst>
      <p:ext uri="{BB962C8B-B14F-4D97-AF65-F5344CB8AC3E}">
        <p14:creationId xmlns:p14="http://schemas.microsoft.com/office/powerpoint/2010/main" val="7849921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E1420-867D-ADA2-54C7-01AC1D0E0EF7}"/>
              </a:ext>
            </a:extLst>
          </p:cNvPr>
          <p:cNvSpPr>
            <a:spLocks noGrp="1"/>
          </p:cNvSpPr>
          <p:nvPr>
            <p:ph type="ctrTitle"/>
          </p:nvPr>
        </p:nvSpPr>
        <p:spPr>
          <a:xfrm>
            <a:off x="381000" y="1600200"/>
            <a:ext cx="11430000" cy="4572000"/>
          </a:xfrm>
        </p:spPr>
        <p:txBody>
          <a:bodyPr anchor="b">
            <a:normAutofit/>
          </a:bodyPr>
          <a:lstStyle/>
          <a:p>
            <a:r>
              <a:rPr lang="en-US"/>
              <a:t>Architecture &amp; Tech Stack</a:t>
            </a:r>
          </a:p>
        </p:txBody>
      </p:sp>
      <p:sp>
        <p:nvSpPr>
          <p:cNvPr id="4" name="Footer Placeholder 3">
            <a:extLst>
              <a:ext uri="{FF2B5EF4-FFF2-40B4-BE49-F238E27FC236}">
                <a16:creationId xmlns:a16="http://schemas.microsoft.com/office/drawing/2014/main" id="{68383CA0-3A42-A655-D634-25D68B5AA0EC}"/>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56061C35-58CF-16D7-10DD-BE1023A9DE17}"/>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12/20/2025</a:t>
            </a:fld>
            <a:endParaRPr lang="en-US"/>
          </a:p>
        </p:txBody>
      </p:sp>
      <p:sp>
        <p:nvSpPr>
          <p:cNvPr id="6" name="Slide Number Placeholder 5">
            <a:extLst>
              <a:ext uri="{FF2B5EF4-FFF2-40B4-BE49-F238E27FC236}">
                <a16:creationId xmlns:a16="http://schemas.microsoft.com/office/drawing/2014/main" id="{E6A020B1-EB0B-3609-ADC8-8BB4D7C09101}"/>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8</a:t>
            </a:fld>
            <a:endParaRPr lang="en-US"/>
          </a:p>
        </p:txBody>
      </p:sp>
    </p:spTree>
    <p:extLst>
      <p:ext uri="{BB962C8B-B14F-4D97-AF65-F5344CB8AC3E}">
        <p14:creationId xmlns:p14="http://schemas.microsoft.com/office/powerpoint/2010/main" val="2161505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5B3F9-B5C9-37FE-D9E9-F486D4FA662F}"/>
              </a:ext>
            </a:extLst>
          </p:cNvPr>
          <p:cNvSpPr>
            <a:spLocks noGrp="1"/>
          </p:cNvSpPr>
          <p:nvPr>
            <p:ph type="title"/>
          </p:nvPr>
        </p:nvSpPr>
        <p:spPr>
          <a:xfrm>
            <a:off x="381000" y="685800"/>
            <a:ext cx="3886200" cy="1828800"/>
          </a:xfrm>
        </p:spPr>
        <p:txBody>
          <a:bodyPr anchor="t">
            <a:normAutofit/>
          </a:bodyPr>
          <a:lstStyle/>
          <a:p>
            <a:r>
              <a:rPr lang="en-US"/>
              <a:t>System Design and Technologies</a:t>
            </a:r>
          </a:p>
        </p:txBody>
      </p:sp>
      <p:sp>
        <p:nvSpPr>
          <p:cNvPr id="4" name="Content Placeholder 3">
            <a:extLst>
              <a:ext uri="{FF2B5EF4-FFF2-40B4-BE49-F238E27FC236}">
                <a16:creationId xmlns:a16="http://schemas.microsoft.com/office/drawing/2014/main" id="{F659E659-6BC8-ED32-3E15-DF0887689F42}"/>
              </a:ext>
            </a:extLst>
          </p:cNvPr>
          <p:cNvSpPr>
            <a:spLocks noGrp="1"/>
          </p:cNvSpPr>
          <p:nvPr>
            <p:ph type="body"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4048" y="2737561"/>
            <a:ext cx="3883152" cy="3434639"/>
          </a:xfrm>
        </p:spPr>
        <p:txBody>
          <a:bodyPr>
            <a:normAutofit/>
          </a:bodyPr>
          <a:lstStyle/>
          <a:p>
            <a:pPr marL="0" indent="0">
              <a:lnSpc>
                <a:spcPct val="110000"/>
              </a:lnSpc>
              <a:spcBef>
                <a:spcPts val="2500"/>
              </a:spcBef>
              <a:buFont typeface="Arial" panose="020B0604020202020204" pitchFamily="34" charset="0"/>
              <a:buNone/>
            </a:pPr>
            <a:r>
              <a:rPr lang="en-US" sz="1000" b="1"/>
              <a:t>Modular and Scalable Architecture</a:t>
            </a:r>
          </a:p>
          <a:p>
            <a:pPr marL="0" lvl="1" indent="0">
              <a:lnSpc>
                <a:spcPct val="110000"/>
              </a:lnSpc>
              <a:buFont typeface="Arial" panose="020B0604020202020204" pitchFamily="34" charset="0"/>
              <a:buNone/>
            </a:pPr>
            <a:r>
              <a:rPr lang="en-US" sz="1000"/>
              <a:t>HRTech's design emphasizes modularity and scalability to support evolving business needs and efficient collaboration.</a:t>
            </a:r>
          </a:p>
          <a:p>
            <a:pPr marL="0" indent="0">
              <a:lnSpc>
                <a:spcPct val="110000"/>
              </a:lnSpc>
              <a:spcBef>
                <a:spcPts val="2500"/>
              </a:spcBef>
              <a:buFont typeface="Arial" panose="020B0604020202020204" pitchFamily="34" charset="0"/>
              <a:buNone/>
            </a:pPr>
            <a:r>
              <a:rPr lang="en-US" sz="1000" b="1"/>
              <a:t>Core Technologies Used</a:t>
            </a:r>
          </a:p>
          <a:p>
            <a:pPr marL="0" lvl="1" indent="0">
              <a:lnSpc>
                <a:spcPct val="110000"/>
              </a:lnSpc>
              <a:buFont typeface="Arial" panose="020B0604020202020204" pitchFamily="34" charset="0"/>
              <a:buNone/>
            </a:pPr>
            <a:r>
              <a:rPr lang="en-US" sz="1000"/>
              <a:t>Python powers data processing and model development, while Streamlit enables interactive user dashboards.</a:t>
            </a:r>
          </a:p>
          <a:p>
            <a:pPr marL="0" indent="0">
              <a:lnSpc>
                <a:spcPct val="110000"/>
              </a:lnSpc>
              <a:spcBef>
                <a:spcPts val="2500"/>
              </a:spcBef>
              <a:buFont typeface="Arial" panose="020B0604020202020204" pitchFamily="34" charset="0"/>
              <a:buNone/>
            </a:pPr>
            <a:r>
              <a:rPr lang="en-US" sz="1000" b="1"/>
              <a:t>Machine Learning and NLP Integration</a:t>
            </a:r>
          </a:p>
          <a:p>
            <a:pPr marL="0" lvl="1" indent="0">
              <a:lnSpc>
                <a:spcPct val="110000"/>
              </a:lnSpc>
              <a:buFont typeface="Arial" panose="020B0604020202020204" pitchFamily="34" charset="0"/>
              <a:buNone/>
            </a:pPr>
            <a:r>
              <a:rPr lang="en-US" sz="1000"/>
              <a:t>Scikit-learn supports machine learning algorithms; Transformer models enable advanced NLP like sentiment analysis.</a:t>
            </a:r>
          </a:p>
          <a:p>
            <a:pPr marL="0" indent="0">
              <a:lnSpc>
                <a:spcPct val="110000"/>
              </a:lnSpc>
              <a:spcBef>
                <a:spcPts val="2500"/>
              </a:spcBef>
              <a:buFont typeface="Arial" panose="020B0604020202020204" pitchFamily="34" charset="0"/>
              <a:buNone/>
            </a:pPr>
            <a:r>
              <a:rPr lang="en-US" sz="1000" b="1"/>
              <a:t>Organized Codebase and Integration</a:t>
            </a:r>
          </a:p>
          <a:p>
            <a:pPr marL="0" lvl="1" indent="0">
              <a:lnSpc>
                <a:spcPct val="110000"/>
              </a:lnSpc>
              <a:buFont typeface="Arial" panose="020B0604020202020204" pitchFamily="34" charset="0"/>
              <a:buNone/>
            </a:pPr>
            <a:r>
              <a:rPr lang="en-US" sz="1000"/>
              <a:t>Structured code organization ensures maintainability; integration with databases and APIs enhances adaptability.</a:t>
            </a:r>
          </a:p>
        </p:txBody>
      </p:sp>
      <p:pic>
        <p:nvPicPr>
          <p:cNvPr id="8" name="Content Placeholder 7" descr="3d flow chart.">
            <a:extLst>
              <a:ext uri="{FF2B5EF4-FFF2-40B4-BE49-F238E27FC236}">
                <a16:creationId xmlns:a16="http://schemas.microsoft.com/office/drawing/2014/main" id="{3DEE25A8-81F4-4E81-91D0-699AD2BB1D2D}"/>
              </a:ext>
            </a:extLst>
          </p:cNvPr>
          <p:cNvPicPr>
            <a:picLocks noGrp="1" noChangeAspect="1"/>
          </p:cNvPicPr>
          <p:nvPr>
            <p:ph idx="1"/>
          </p:nvPr>
        </p:nvPicPr>
        <p:blipFill>
          <a:blip r:embed="rId3"/>
          <a:stretch>
            <a:fillRect/>
          </a:stretch>
        </p:blipFill>
        <p:spPr>
          <a:xfrm>
            <a:off x="5181600" y="1771650"/>
            <a:ext cx="6629400" cy="3314700"/>
          </a:xfrm>
          <a:prstGeom prst="rect">
            <a:avLst/>
          </a:prstGeom>
          <a:noFill/>
        </p:spPr>
      </p:pic>
      <p:sp>
        <p:nvSpPr>
          <p:cNvPr id="5" name="Footer Placeholder 4">
            <a:extLst>
              <a:ext uri="{FF2B5EF4-FFF2-40B4-BE49-F238E27FC236}">
                <a16:creationId xmlns:a16="http://schemas.microsoft.com/office/drawing/2014/main" id="{0EB4AAE7-54AE-1DB8-A96B-EBC3728F2D2E}"/>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195867BD-3B78-EBEA-67A6-A919038740D7}"/>
              </a:ext>
            </a:extLst>
          </p:cNvPr>
          <p:cNvSpPr>
            <a:spLocks noGrp="1"/>
          </p:cNvSpPr>
          <p:nvPr>
            <p:ph type="dt" sz="half" idx="10"/>
          </p:nvPr>
        </p:nvSpPr>
        <p:spPr>
          <a:xfrm>
            <a:off x="9525000" y="6340475"/>
            <a:ext cx="1800171" cy="365125"/>
          </a:xfrm>
        </p:spPr>
        <p:txBody>
          <a:bodyPr anchor="ctr">
            <a:normAutofit/>
          </a:bodyPr>
          <a:lstStyle/>
          <a:p>
            <a:pPr>
              <a:spcAft>
                <a:spcPts val="600"/>
              </a:spcAft>
            </a:pPr>
            <a:fld id="{A4EF2610-7DF8-C942-A8A1-C05E61FE4E13}" type="datetime1">
              <a:rPr lang="en-US" smtClean="0"/>
              <a:pPr>
                <a:spcAft>
                  <a:spcPts val="600"/>
                </a:spcAft>
              </a:pPr>
              <a:t>12/20/2025</a:t>
            </a:fld>
            <a:endParaRPr lang="en-US"/>
          </a:p>
        </p:txBody>
      </p:sp>
      <p:sp>
        <p:nvSpPr>
          <p:cNvPr id="7" name="Slide Number Placeholder 6">
            <a:extLst>
              <a:ext uri="{FF2B5EF4-FFF2-40B4-BE49-F238E27FC236}">
                <a16:creationId xmlns:a16="http://schemas.microsoft.com/office/drawing/2014/main" id="{5C196C10-9620-5AC0-C262-0ED0FD954292}"/>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9</a:t>
            </a:fld>
            <a:endParaRPr lang="en-US"/>
          </a:p>
        </p:txBody>
      </p:sp>
    </p:spTree>
    <p:extLst>
      <p:ext uri="{BB962C8B-B14F-4D97-AF65-F5344CB8AC3E}">
        <p14:creationId xmlns:p14="http://schemas.microsoft.com/office/powerpoint/2010/main" val="36894064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0C9BC-DB37-CFE5-69C9-4CA49A815354}"/>
              </a:ext>
            </a:extLst>
          </p:cNvPr>
          <p:cNvSpPr>
            <a:spLocks noGrp="1"/>
          </p:cNvSpPr>
          <p:nvPr>
            <p:ph type="ctrTitle"/>
          </p:nvPr>
        </p:nvSpPr>
        <p:spPr>
          <a:xfrm>
            <a:off x="381000" y="1600200"/>
            <a:ext cx="11430000" cy="4572000"/>
          </a:xfrm>
        </p:spPr>
        <p:txBody>
          <a:bodyPr anchor="b">
            <a:normAutofit/>
          </a:bodyPr>
          <a:lstStyle/>
          <a:p>
            <a:r>
              <a:rPr lang="en-US"/>
              <a:t>Data Flow &amp; Modules</a:t>
            </a:r>
          </a:p>
        </p:txBody>
      </p:sp>
      <p:sp>
        <p:nvSpPr>
          <p:cNvPr id="4" name="Footer Placeholder 3">
            <a:extLst>
              <a:ext uri="{FF2B5EF4-FFF2-40B4-BE49-F238E27FC236}">
                <a16:creationId xmlns:a16="http://schemas.microsoft.com/office/drawing/2014/main" id="{B14EB195-CBA8-ABD3-3FFC-C0A55CD3D9EE}"/>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EEF0F6D3-560A-FECD-3A9E-6DF71E510AFD}"/>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12/20/2025</a:t>
            </a:fld>
            <a:endParaRPr lang="en-US"/>
          </a:p>
        </p:txBody>
      </p:sp>
      <p:sp>
        <p:nvSpPr>
          <p:cNvPr id="6" name="Slide Number Placeholder 5">
            <a:extLst>
              <a:ext uri="{FF2B5EF4-FFF2-40B4-BE49-F238E27FC236}">
                <a16:creationId xmlns:a16="http://schemas.microsoft.com/office/drawing/2014/main" id="{656EE765-B5DC-A9D1-D30F-B2EAA71381DF}"/>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10</a:t>
            </a:fld>
            <a:endParaRPr lang="en-US"/>
          </a:p>
        </p:txBody>
      </p:sp>
    </p:spTree>
    <p:extLst>
      <p:ext uri="{BB962C8B-B14F-4D97-AF65-F5344CB8AC3E}">
        <p14:creationId xmlns:p14="http://schemas.microsoft.com/office/powerpoint/2010/main" val="17022093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70C91-6500-D561-0A79-16D3B5FAEB7B}"/>
              </a:ext>
            </a:extLst>
          </p:cNvPr>
          <p:cNvSpPr>
            <a:spLocks noGrp="1"/>
          </p:cNvSpPr>
          <p:nvPr>
            <p:ph type="title"/>
          </p:nvPr>
        </p:nvSpPr>
        <p:spPr>
          <a:xfrm>
            <a:off x="381000" y="709099"/>
            <a:ext cx="4572000" cy="1348301"/>
          </a:xfrm>
        </p:spPr>
        <p:txBody>
          <a:bodyPr anchor="t">
            <a:normAutofit/>
          </a:bodyPr>
          <a:lstStyle/>
          <a:p>
            <a:r>
              <a:rPr lang="en-US"/>
              <a:t>Workflow and Components</a:t>
            </a:r>
          </a:p>
        </p:txBody>
      </p:sp>
      <p:pic>
        <p:nvPicPr>
          <p:cNvPr id="8" name="Content Placeholder 7" descr="Medical interface of the future, a system for managing medical data obtained by scanning and visualizing the neural network of the human brain. The medicine of the future should have all modern methods of diagnosis and therapy, as well as high-tech equipment.">
            <a:extLst>
              <a:ext uri="{FF2B5EF4-FFF2-40B4-BE49-F238E27FC236}">
                <a16:creationId xmlns:a16="http://schemas.microsoft.com/office/drawing/2014/main" id="{527AC1D3-9248-4425-B85F-49E65B652ADE}"/>
              </a:ext>
            </a:extLst>
          </p:cNvPr>
          <p:cNvPicPr>
            <a:picLocks noGrp="1" noChangeAspect="1"/>
          </p:cNvPicPr>
          <p:nvPr>
            <p:ph type="pic" sz="quarter" idx="15"/>
          </p:nvPr>
        </p:nvPicPr>
        <p:blipFill>
          <a:blip r:embed="rId3"/>
          <a:srcRect l="17133" r="15041" b="3"/>
          <a:stretch>
            <a:fillRect/>
          </a:stretch>
        </p:blipFill>
        <p:spPr>
          <a:xfrm>
            <a:off x="387926" y="2590800"/>
            <a:ext cx="4578206" cy="3560521"/>
          </a:xfrm>
          <a:prstGeom prst="rect">
            <a:avLst/>
          </a:prstGeom>
          <a:noFill/>
        </p:spPr>
      </p:pic>
      <p:sp>
        <p:nvSpPr>
          <p:cNvPr id="4" name="Content Placeholder 3">
            <a:extLst>
              <a:ext uri="{FF2B5EF4-FFF2-40B4-BE49-F238E27FC236}">
                <a16:creationId xmlns:a16="http://schemas.microsoft.com/office/drawing/2014/main" id="{72DD221F-B073-9B3B-2C27-F047028FDAC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0" y="706803"/>
            <a:ext cx="6172200" cy="5465398"/>
          </a:xfrm>
        </p:spPr>
        <p:txBody>
          <a:bodyPr>
            <a:normAutofit/>
          </a:bodyPr>
          <a:lstStyle/>
          <a:p>
            <a:pPr marL="0" indent="0">
              <a:spcBef>
                <a:spcPts val="2500"/>
              </a:spcBef>
              <a:buFont typeface="Arial" panose="020B0604020202020204" pitchFamily="34" charset="0"/>
              <a:buNone/>
            </a:pPr>
            <a:r>
              <a:rPr lang="en-US" b="1"/>
              <a:t>Data Ingestion and Preprocessing</a:t>
            </a:r>
          </a:p>
          <a:p>
            <a:pPr marL="0" lvl="1" indent="0">
              <a:buFont typeface="Arial" panose="020B0604020202020204" pitchFamily="34" charset="0"/>
              <a:buNone/>
            </a:pPr>
            <a:r>
              <a:t>Raw data is collected from CSV files or databases and cleaned to ensure quality and consistency.</a:t>
            </a:r>
            <a:endParaRPr lang="en-US"/>
          </a:p>
          <a:p>
            <a:pPr marL="0" indent="0">
              <a:spcBef>
                <a:spcPts val="2500"/>
              </a:spcBef>
              <a:buFont typeface="Arial" panose="020B0604020202020204" pitchFamily="34" charset="0"/>
              <a:buNone/>
            </a:pPr>
            <a:r>
              <a:rPr lang="en-US" b="1"/>
              <a:t>Machine Learning and NLP Modules</a:t>
            </a:r>
          </a:p>
          <a:p>
            <a:pPr marL="0" lvl="1" indent="0">
              <a:buFont typeface="Arial" panose="020B0604020202020204" pitchFamily="34" charset="0"/>
              <a:buNone/>
            </a:pPr>
            <a:r>
              <a:t>Specialized modules perform tasks such as attrition prediction, sentiment analysis, and resume matching independently.</a:t>
            </a:r>
            <a:endParaRPr lang="en-US"/>
          </a:p>
          <a:p>
            <a:pPr marL="0" indent="0">
              <a:spcBef>
                <a:spcPts val="2500"/>
              </a:spcBef>
              <a:buFont typeface="Arial" panose="020B0604020202020204" pitchFamily="34" charset="0"/>
              <a:buNone/>
            </a:pPr>
            <a:r>
              <a:rPr lang="en-US" b="1"/>
              <a:t>Interactive Streamlit Dashboard</a:t>
            </a:r>
          </a:p>
          <a:p>
            <a:pPr marL="0" lvl="1" indent="0">
              <a:buFont typeface="Arial" panose="020B0604020202020204" pitchFamily="34" charset="0"/>
              <a:buNone/>
            </a:pPr>
            <a:r>
              <a:t>Dashboard integrates processed outputs, enabling real-time data upload, analysis, and model interaction.</a:t>
            </a:r>
            <a:endParaRPr lang="en-US"/>
          </a:p>
          <a:p>
            <a:pPr marL="0" indent="0">
              <a:spcBef>
                <a:spcPts val="2500"/>
              </a:spcBef>
              <a:buFont typeface="Arial" panose="020B0604020202020204" pitchFamily="34" charset="0"/>
              <a:buNone/>
            </a:pPr>
            <a:r>
              <a:rPr lang="en-US" b="1"/>
              <a:t>Modular and Flexible Design</a:t>
            </a:r>
          </a:p>
          <a:p>
            <a:pPr marL="0" lvl="1" indent="0">
              <a:buFont typeface="Arial" panose="020B0604020202020204" pitchFamily="34" charset="0"/>
              <a:buNone/>
            </a:pPr>
            <a:r>
              <a:t>Modular components allow new features to be added without disrupting existing workflows, ensuring future readiness.</a:t>
            </a:r>
            <a:endParaRPr lang="en-US"/>
          </a:p>
        </p:txBody>
      </p:sp>
      <p:sp>
        <p:nvSpPr>
          <p:cNvPr id="5" name="Footer Placeholder 4">
            <a:extLst>
              <a:ext uri="{FF2B5EF4-FFF2-40B4-BE49-F238E27FC236}">
                <a16:creationId xmlns:a16="http://schemas.microsoft.com/office/drawing/2014/main" id="{577084BB-B232-A4C1-5946-E6FE867B80A7}"/>
              </a:ext>
            </a:extLst>
          </p:cNvPr>
          <p:cNvSpPr>
            <a:spLocks noGrp="1"/>
          </p:cNvSpPr>
          <p:nvPr>
            <p:ph type="ftr" sz="quarter" idx="17"/>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D2BBAD67-3D3F-AE7E-859E-CEC185C04836}"/>
              </a:ext>
            </a:extLst>
          </p:cNvPr>
          <p:cNvSpPr>
            <a:spLocks noGrp="1"/>
          </p:cNvSpPr>
          <p:nvPr>
            <p:ph type="dt" sz="half" idx="16"/>
          </p:nvPr>
        </p:nvSpPr>
        <p:spPr>
          <a:xfrm>
            <a:off x="9525000" y="6340475"/>
            <a:ext cx="1800171" cy="365125"/>
          </a:xfrm>
        </p:spPr>
        <p:txBody>
          <a:bodyPr anchor="ctr">
            <a:normAutofit/>
          </a:bodyPr>
          <a:lstStyle/>
          <a:p>
            <a:pPr>
              <a:spcAft>
                <a:spcPts val="600"/>
              </a:spcAft>
            </a:pPr>
            <a:fld id="{A4EF2610-7DF8-C942-A8A1-C05E61FE4E13}" type="datetime1">
              <a:rPr lang="en-US" smtClean="0"/>
              <a:pPr>
                <a:spcAft>
                  <a:spcPts val="600"/>
                </a:spcAft>
              </a:pPr>
              <a:t>12/20/2025</a:t>
            </a:fld>
            <a:endParaRPr lang="en-US"/>
          </a:p>
        </p:txBody>
      </p:sp>
      <p:sp>
        <p:nvSpPr>
          <p:cNvPr id="7" name="Slide Number Placeholder 6">
            <a:extLst>
              <a:ext uri="{FF2B5EF4-FFF2-40B4-BE49-F238E27FC236}">
                <a16:creationId xmlns:a16="http://schemas.microsoft.com/office/drawing/2014/main" id="{743CD1C5-276A-4EC8-6AD3-038DCC72766E}"/>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11</a:t>
            </a:fld>
            <a:endParaRPr lang="en-US"/>
          </a:p>
        </p:txBody>
      </p:sp>
    </p:spTree>
    <p:extLst>
      <p:ext uri="{BB962C8B-B14F-4D97-AF65-F5344CB8AC3E}">
        <p14:creationId xmlns:p14="http://schemas.microsoft.com/office/powerpoint/2010/main" val="41605182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4B77E-E3FB-95C0-3A7A-AA239272B2E6}"/>
              </a:ext>
            </a:extLst>
          </p:cNvPr>
          <p:cNvSpPr>
            <a:spLocks noGrp="1"/>
          </p:cNvSpPr>
          <p:nvPr>
            <p:ph type="ctrTitle"/>
          </p:nvPr>
        </p:nvSpPr>
        <p:spPr>
          <a:xfrm>
            <a:off x="381000" y="1600200"/>
            <a:ext cx="11430000" cy="4572000"/>
          </a:xfrm>
        </p:spPr>
        <p:txBody>
          <a:bodyPr anchor="b">
            <a:normAutofit/>
          </a:bodyPr>
          <a:lstStyle/>
          <a:p>
            <a:r>
              <a:rPr lang="en-US" dirty="0"/>
              <a:t>User </a:t>
            </a:r>
            <a:r>
              <a:rPr lang="en-US" b="1" dirty="0"/>
              <a:t>Interface</a:t>
            </a:r>
          </a:p>
        </p:txBody>
      </p:sp>
      <p:sp>
        <p:nvSpPr>
          <p:cNvPr id="4" name="Footer Placeholder 3">
            <a:extLst>
              <a:ext uri="{FF2B5EF4-FFF2-40B4-BE49-F238E27FC236}">
                <a16:creationId xmlns:a16="http://schemas.microsoft.com/office/drawing/2014/main" id="{12A6B7C1-2834-8649-EF36-C552D65F230E}"/>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E7A24E0A-6A5C-F588-3A2A-8D066166C192}"/>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12/20/2025</a:t>
            </a:fld>
            <a:endParaRPr lang="en-US"/>
          </a:p>
        </p:txBody>
      </p:sp>
      <p:sp>
        <p:nvSpPr>
          <p:cNvPr id="6" name="Slide Number Placeholder 5">
            <a:extLst>
              <a:ext uri="{FF2B5EF4-FFF2-40B4-BE49-F238E27FC236}">
                <a16:creationId xmlns:a16="http://schemas.microsoft.com/office/drawing/2014/main" id="{BF33B808-09B7-CFAE-B108-B5933E2D746A}"/>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12</a:t>
            </a:fld>
            <a:endParaRPr lang="en-US"/>
          </a:p>
        </p:txBody>
      </p:sp>
    </p:spTree>
    <p:extLst>
      <p:ext uri="{BB962C8B-B14F-4D97-AF65-F5344CB8AC3E}">
        <p14:creationId xmlns:p14="http://schemas.microsoft.com/office/powerpoint/2010/main" val="21602642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3CE43-1924-0C52-8E99-0993EAE57932}"/>
              </a:ext>
            </a:extLst>
          </p:cNvPr>
          <p:cNvSpPr>
            <a:spLocks noGrp="1"/>
          </p:cNvSpPr>
          <p:nvPr>
            <p:ph type="title"/>
          </p:nvPr>
        </p:nvSpPr>
        <p:spPr>
          <a:xfrm>
            <a:off x="381000" y="709099"/>
            <a:ext cx="4572000" cy="1348301"/>
          </a:xfrm>
        </p:spPr>
        <p:txBody>
          <a:bodyPr anchor="t">
            <a:normAutofit/>
          </a:bodyPr>
          <a:lstStyle/>
          <a:p>
            <a:r>
              <a:rPr lang="en-US"/>
              <a:t>Dashboard Features and Layout</a:t>
            </a:r>
          </a:p>
        </p:txBody>
      </p:sp>
      <p:pic>
        <p:nvPicPr>
          <p:cNvPr id="8" name="Content Placeholder 7"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97353D23-7E11-49BE-9F62-8CF5BFF5B6E1}"/>
              </a:ext>
            </a:extLst>
          </p:cNvPr>
          <p:cNvPicPr>
            <a:picLocks noGrp="1" noChangeAspect="1"/>
          </p:cNvPicPr>
          <p:nvPr>
            <p:ph type="pic" sz="quarter" idx="15"/>
          </p:nvPr>
        </p:nvPicPr>
        <p:blipFill>
          <a:blip r:embed="rId3"/>
          <a:srcRect l="12960" r="19215" b="3"/>
          <a:stretch>
            <a:fillRect/>
          </a:stretch>
        </p:blipFill>
        <p:spPr>
          <a:xfrm>
            <a:off x="387926" y="2590800"/>
            <a:ext cx="4578206" cy="3560521"/>
          </a:xfrm>
          <a:prstGeom prst="rect">
            <a:avLst/>
          </a:prstGeom>
          <a:noFill/>
        </p:spPr>
      </p:pic>
      <p:sp>
        <p:nvSpPr>
          <p:cNvPr id="4" name="Content Placeholder 3">
            <a:extLst>
              <a:ext uri="{FF2B5EF4-FFF2-40B4-BE49-F238E27FC236}">
                <a16:creationId xmlns:a16="http://schemas.microsoft.com/office/drawing/2014/main" id="{F4DE0E0F-FB0B-61F8-027F-DDBEB8C2672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0" y="706803"/>
            <a:ext cx="6172200" cy="5465398"/>
          </a:xfrm>
        </p:spPr>
        <p:txBody>
          <a:bodyPr>
            <a:normAutofit/>
          </a:bodyPr>
          <a:lstStyle/>
          <a:p>
            <a:pPr marL="0" indent="0">
              <a:spcBef>
                <a:spcPts val="2500"/>
              </a:spcBef>
              <a:buFont typeface="Arial" panose="020B0604020202020204" pitchFamily="34" charset="0"/>
              <a:buNone/>
            </a:pPr>
            <a:r>
              <a:rPr lang="en-US" b="1"/>
              <a:t>Intuitive Navigation Sidebar</a:t>
            </a:r>
          </a:p>
          <a:p>
            <a:pPr marL="0" lvl="1" indent="0">
              <a:buFont typeface="Arial" panose="020B0604020202020204" pitchFamily="34" charset="0"/>
              <a:buNone/>
            </a:pPr>
            <a:r>
              <a:t>The dashboard includes a sidebar for easy switching between key modules like attrition prediction and resume matching.</a:t>
            </a:r>
            <a:endParaRPr lang="en-US"/>
          </a:p>
          <a:p>
            <a:pPr marL="0" indent="0">
              <a:spcBef>
                <a:spcPts val="2500"/>
              </a:spcBef>
              <a:buFont typeface="Arial" panose="020B0604020202020204" pitchFamily="34" charset="0"/>
              <a:buNone/>
            </a:pPr>
            <a:r>
              <a:rPr lang="en-US" b="1"/>
              <a:t>Seamless Data Upload</a:t>
            </a:r>
          </a:p>
          <a:p>
            <a:pPr marL="0" lvl="1" indent="0">
              <a:buFont typeface="Arial" panose="020B0604020202020204" pitchFamily="34" charset="0"/>
              <a:buNone/>
            </a:pPr>
            <a:r>
              <a:t>Users can upload CSV files or connect to databases easily, facilitating smooth data integration.</a:t>
            </a:r>
            <a:endParaRPr lang="en-US"/>
          </a:p>
          <a:p>
            <a:pPr marL="0" indent="0">
              <a:spcBef>
                <a:spcPts val="2500"/>
              </a:spcBef>
              <a:buFont typeface="Arial" panose="020B0604020202020204" pitchFamily="34" charset="0"/>
              <a:buNone/>
            </a:pPr>
            <a:r>
              <a:rPr lang="en-US" b="1"/>
              <a:t>Interactive Results Display</a:t>
            </a:r>
          </a:p>
          <a:p>
            <a:pPr marL="0" lvl="1" indent="0">
              <a:buFont typeface="Arial" panose="020B0604020202020204" pitchFamily="34" charset="0"/>
              <a:buNone/>
            </a:pPr>
            <a:r>
              <a:t>Processed data is presented through interactive charts, tables, and visualizations for clear insights.</a:t>
            </a:r>
            <a:endParaRPr lang="en-US"/>
          </a:p>
          <a:p>
            <a:pPr marL="0" indent="0">
              <a:spcBef>
                <a:spcPts val="2500"/>
              </a:spcBef>
              <a:buFont typeface="Arial" panose="020B0604020202020204" pitchFamily="34" charset="0"/>
              <a:buNone/>
            </a:pPr>
            <a:r>
              <a:rPr lang="en-US" b="1"/>
              <a:t>User-Friendly Design</a:t>
            </a:r>
          </a:p>
          <a:p>
            <a:pPr marL="0" lvl="1" indent="0">
              <a:buFont typeface="Arial" panose="020B0604020202020204" pitchFamily="34" charset="0"/>
              <a:buNone/>
            </a:pPr>
            <a:r>
              <a:t>The design ensures usability for non-technical users with dynamic filters and downloadable reports.</a:t>
            </a:r>
            <a:endParaRPr lang="en-US"/>
          </a:p>
        </p:txBody>
      </p:sp>
      <p:sp>
        <p:nvSpPr>
          <p:cNvPr id="5" name="Footer Placeholder 4">
            <a:extLst>
              <a:ext uri="{FF2B5EF4-FFF2-40B4-BE49-F238E27FC236}">
                <a16:creationId xmlns:a16="http://schemas.microsoft.com/office/drawing/2014/main" id="{B198C937-B5D0-E4DB-0C06-9ABE958241EF}"/>
              </a:ext>
            </a:extLst>
          </p:cNvPr>
          <p:cNvSpPr>
            <a:spLocks noGrp="1"/>
          </p:cNvSpPr>
          <p:nvPr>
            <p:ph type="ftr" sz="quarter" idx="17"/>
          </p:nvPr>
        </p:nvSpPr>
        <p:spPr>
          <a:xfrm>
            <a:off x="381000" y="6347057"/>
            <a:ext cx="3200400"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A4902769-40AF-69D7-74B0-83F841653571}"/>
              </a:ext>
            </a:extLst>
          </p:cNvPr>
          <p:cNvSpPr>
            <a:spLocks noGrp="1"/>
          </p:cNvSpPr>
          <p:nvPr>
            <p:ph type="dt" sz="half" idx="16"/>
          </p:nvPr>
        </p:nvSpPr>
        <p:spPr>
          <a:xfrm>
            <a:off x="9525000" y="6340475"/>
            <a:ext cx="1800171" cy="365125"/>
          </a:xfrm>
        </p:spPr>
        <p:txBody>
          <a:bodyPr anchor="ctr">
            <a:normAutofit/>
          </a:bodyPr>
          <a:lstStyle/>
          <a:p>
            <a:pPr>
              <a:spcAft>
                <a:spcPts val="600"/>
              </a:spcAft>
            </a:pPr>
            <a:fld id="{A4EF2610-7DF8-C942-A8A1-C05E61FE4E13}" type="datetime1">
              <a:rPr lang="en-US" smtClean="0"/>
              <a:pPr>
                <a:spcAft>
                  <a:spcPts val="600"/>
                </a:spcAft>
              </a:pPr>
              <a:t>12/20/2025</a:t>
            </a:fld>
            <a:endParaRPr lang="en-US"/>
          </a:p>
        </p:txBody>
      </p:sp>
      <p:sp>
        <p:nvSpPr>
          <p:cNvPr id="7" name="Slide Number Placeholder 6">
            <a:extLst>
              <a:ext uri="{FF2B5EF4-FFF2-40B4-BE49-F238E27FC236}">
                <a16:creationId xmlns:a16="http://schemas.microsoft.com/office/drawing/2014/main" id="{E02AE892-3B0A-12D9-1F36-582502313C4C}"/>
              </a:ext>
            </a:extLst>
          </p:cNvPr>
          <p:cNvSpPr>
            <a:spLocks noGrp="1"/>
          </p:cNvSpPr>
          <p:nvPr>
            <p:ph type="sldNum" sz="quarter" idx="18"/>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13</a:t>
            </a:fld>
            <a:endParaRPr lang="en-US"/>
          </a:p>
        </p:txBody>
      </p:sp>
    </p:spTree>
    <p:extLst>
      <p:ext uri="{BB962C8B-B14F-4D97-AF65-F5344CB8AC3E}">
        <p14:creationId xmlns:p14="http://schemas.microsoft.com/office/powerpoint/2010/main" val="19792302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7C4B9-A019-2DB1-FF4A-628388F33333}"/>
              </a:ext>
            </a:extLst>
          </p:cNvPr>
          <p:cNvSpPr>
            <a:spLocks noGrp="1"/>
          </p:cNvSpPr>
          <p:nvPr>
            <p:ph type="ctrTitle"/>
          </p:nvPr>
        </p:nvSpPr>
        <p:spPr>
          <a:xfrm>
            <a:off x="609600" y="1600200"/>
            <a:ext cx="10058400" cy="4572000"/>
          </a:xfrm>
        </p:spPr>
        <p:txBody>
          <a:bodyPr anchor="b">
            <a:normAutofit/>
          </a:bodyPr>
          <a:lstStyle/>
          <a:p>
            <a:r>
              <a:rPr lang="en-US"/>
              <a:t>Q&amp;A</a:t>
            </a:r>
          </a:p>
        </p:txBody>
      </p:sp>
      <p:sp>
        <p:nvSpPr>
          <p:cNvPr id="4" name="Footer Placeholder 3">
            <a:extLst>
              <a:ext uri="{FF2B5EF4-FFF2-40B4-BE49-F238E27FC236}">
                <a16:creationId xmlns:a16="http://schemas.microsoft.com/office/drawing/2014/main" id="{8F3DEE1E-B67F-EA31-5CC5-8450789E9F2D}"/>
              </a:ext>
            </a:extLst>
          </p:cNvPr>
          <p:cNvSpPr>
            <a:spLocks noGrp="1"/>
          </p:cNvSpPr>
          <p:nvPr>
            <p:ph type="ftr" sz="quarter" idx="11"/>
          </p:nvPr>
        </p:nvSpPr>
        <p:spPr>
          <a:xfrm>
            <a:off x="6280176" y="152400"/>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43750C78-2447-F263-0AB1-1A6CF0BEBDFE}"/>
              </a:ext>
            </a:extLst>
          </p:cNvPr>
          <p:cNvSpPr>
            <a:spLocks noGrp="1"/>
          </p:cNvSpPr>
          <p:nvPr>
            <p:ph type="dt" sz="half" idx="10"/>
          </p:nvPr>
        </p:nvSpPr>
        <p:spPr>
          <a:xfrm>
            <a:off x="9531099" y="152400"/>
            <a:ext cx="1800171" cy="365125"/>
          </a:xfrm>
        </p:spPr>
        <p:txBody>
          <a:bodyPr anchor="ctr">
            <a:normAutofit/>
          </a:bodyPr>
          <a:lstStyle/>
          <a:p>
            <a:pPr>
              <a:spcAft>
                <a:spcPts val="600"/>
              </a:spcAft>
            </a:pPr>
            <a:fld id="{F7F4CBCF-2EA5-5248-B352-49E9FE7B89CF}" type="datetime1">
              <a:rPr lang="en-US" smtClean="0"/>
              <a:pPr>
                <a:spcAft>
                  <a:spcPts val="600"/>
                </a:spcAft>
              </a:pPr>
              <a:t>12/20/2025</a:t>
            </a:fld>
            <a:endParaRPr lang="en-US"/>
          </a:p>
        </p:txBody>
      </p:sp>
      <p:sp>
        <p:nvSpPr>
          <p:cNvPr id="6" name="Slide Number Placeholder 5">
            <a:extLst>
              <a:ext uri="{FF2B5EF4-FFF2-40B4-BE49-F238E27FC236}">
                <a16:creationId xmlns:a16="http://schemas.microsoft.com/office/drawing/2014/main" id="{517C07CC-B850-F51F-0CE5-B23F418D6503}"/>
              </a:ext>
            </a:extLst>
          </p:cNvPr>
          <p:cNvSpPr>
            <a:spLocks noGrp="1"/>
          </p:cNvSpPr>
          <p:nvPr>
            <p:ph type="sldNum" sz="quarter" idx="12"/>
          </p:nvPr>
        </p:nvSpPr>
        <p:spPr>
          <a:xfrm>
            <a:off x="11381793" y="152400"/>
            <a:ext cx="429207" cy="365125"/>
          </a:xfrm>
        </p:spPr>
        <p:txBody>
          <a:bodyPr anchor="ctr">
            <a:normAutofit/>
          </a:bodyPr>
          <a:lstStyle/>
          <a:p>
            <a:pPr>
              <a:spcAft>
                <a:spcPts val="600"/>
              </a:spcAft>
            </a:pPr>
            <a:fld id="{AEAA3239-9EA4-4A65-A281-97F994456D9F}" type="slidenum">
              <a:rPr lang="en-US" smtClean="0"/>
              <a:pPr>
                <a:spcAft>
                  <a:spcPts val="600"/>
                </a:spcAft>
              </a:pPr>
              <a:t>14</a:t>
            </a:fld>
            <a:endParaRPr lang="en-US"/>
          </a:p>
        </p:txBody>
      </p:sp>
    </p:spTree>
    <p:extLst>
      <p:ext uri="{BB962C8B-B14F-4D97-AF65-F5344CB8AC3E}">
        <p14:creationId xmlns:p14="http://schemas.microsoft.com/office/powerpoint/2010/main" val="5707056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Bubbleform">
  <a:themeElements>
    <a:clrScheme name="Bubbleform">
      <a:dk1>
        <a:srgbClr val="000000"/>
      </a:dk1>
      <a:lt1>
        <a:srgbClr val="FFFFFF"/>
      </a:lt1>
      <a:dk2>
        <a:srgbClr val="4E4AD8"/>
      </a:dk2>
      <a:lt2>
        <a:srgbClr val="DCD8DC"/>
      </a:lt2>
      <a:accent1>
        <a:srgbClr val="6C7FF6"/>
      </a:accent1>
      <a:accent2>
        <a:srgbClr val="8760DC"/>
      </a:accent2>
      <a:accent3>
        <a:srgbClr val="5D739A"/>
      </a:accent3>
      <a:accent4>
        <a:srgbClr val="6997AF"/>
      </a:accent4>
      <a:accent5>
        <a:srgbClr val="84ACB6"/>
      </a:accent5>
      <a:accent6>
        <a:srgbClr val="6F8183"/>
      </a:accent6>
      <a:hlink>
        <a:srgbClr val="69A020"/>
      </a:hlink>
      <a:folHlink>
        <a:srgbClr val="8C8C8C"/>
      </a:folHlink>
    </a:clrScheme>
    <a:fontScheme name="Custom 78">
      <a:majorFont>
        <a:latin typeface="Biome"/>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bbleform_win32_KO_V11" id="{86725AD0-D160-4069-8876-4ED9C8033A79}" vid="{9647EED2-E3EB-419E-B9CB-199FA54454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100</TotalTime>
  <Words>1499</Words>
  <Application>Microsoft Office PowerPoint</Application>
  <PresentationFormat>Widescreen</PresentationFormat>
  <Paragraphs>133</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Avenir Next LT Pro Light</vt:lpstr>
      <vt:lpstr>Biome</vt:lpstr>
      <vt:lpstr>Bubbleform</vt:lpstr>
      <vt:lpstr>HRTech: Intelligent HR Analytics &amp; Automation Platform</vt:lpstr>
      <vt:lpstr>Introduction</vt:lpstr>
      <vt:lpstr>HRTech: Intelligent HR Analytics &amp; Automation Platform</vt:lpstr>
      <vt:lpstr>Project Overview</vt:lpstr>
      <vt:lpstr>Brief Description and Purpose</vt:lpstr>
      <vt:lpstr>Key Features</vt:lpstr>
      <vt:lpstr>Core Functionalities</vt:lpstr>
      <vt:lpstr>Architecture &amp; Tech Stack</vt:lpstr>
      <vt:lpstr>System Design and Technologies</vt:lpstr>
      <vt:lpstr>Data Flow &amp; Modules</vt:lpstr>
      <vt:lpstr>Workflow and Components</vt:lpstr>
      <vt:lpstr>User Interface</vt:lpstr>
      <vt:lpstr>Dashboard Features and Layout</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Palanivel Kuppan</cp:lastModifiedBy>
  <cp:revision>2</cp:revision>
  <dcterms:created xsi:type="dcterms:W3CDTF">2025-11-25T18:57:06Z</dcterms:created>
  <dcterms:modified xsi:type="dcterms:W3CDTF">2025-12-20T12:07:27Z</dcterms:modified>
</cp:coreProperties>
</file>